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2.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12.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Lst>
  <p:sldSz cy="6858000" cx="12192000"/>
  <p:notesSz cx="7010400" cy="9296400"/>
  <p:embeddedFontLst>
    <p:embeddedFont>
      <p:font typeface="Montserrat"/>
      <p:regular r:id="rId18"/>
      <p:bold r:id="rId19"/>
      <p:italic r:id="rId20"/>
      <p:boldItalic r:id="rId2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22" roundtripDataSignature="AMtx7mjcAToFXiPY+8QiO4guHLAxp0RtE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9A3C83C2-CCB6-4D4A-8F23-4CBB1F446A45}">
  <a:tblStyle styleId="{9A3C83C2-CCB6-4D4A-8F23-4CBB1F446A45}"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20" Type="http://schemas.openxmlformats.org/officeDocument/2006/relationships/font" Target="fonts/Montserrat-italic.fntdata"/><Relationship Id="rId22" Type="http://customschemas.google.com/relationships/presentationmetadata" Target="metadata"/><Relationship Id="rId21" Type="http://schemas.openxmlformats.org/officeDocument/2006/relationships/font" Target="fonts/Montserrat-boldItalic.fntdata"/><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font" Target="fonts/Montserrat-bold.fntdata"/><Relationship Id="rId18" Type="http://schemas.openxmlformats.org/officeDocument/2006/relationships/font" Target="fonts/Montserrat-regular.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406400" y="696913"/>
            <a:ext cx="6197600" cy="34861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701040" y="4415790"/>
            <a:ext cx="5608320" cy="4183380"/>
          </a:xfrm>
          <a:prstGeom prst="rect">
            <a:avLst/>
          </a:prstGeom>
          <a:noFill/>
          <a:ln>
            <a:noFill/>
          </a:ln>
        </p:spPr>
        <p:txBody>
          <a:bodyPr anchorCtr="0" anchor="t" bIns="93150" lIns="93150" spcFirstLastPara="1" rIns="93150" wrap="square" tIns="93150">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p2:notes"/>
          <p:cNvSpPr txBox="1"/>
          <p:nvPr>
            <p:ph idx="1" type="body"/>
          </p:nvPr>
        </p:nvSpPr>
        <p:spPr>
          <a:xfrm>
            <a:off x="701040" y="4415790"/>
            <a:ext cx="5608320" cy="4183380"/>
          </a:xfrm>
          <a:prstGeom prst="rect">
            <a:avLst/>
          </a:prstGeom>
          <a:noFill/>
          <a:ln>
            <a:noFill/>
          </a:ln>
        </p:spPr>
        <p:txBody>
          <a:bodyPr anchorCtr="0" anchor="t" bIns="93150" lIns="93150" spcFirstLastPara="1" rIns="93150" wrap="square" tIns="93150">
            <a:noAutofit/>
          </a:bodyPr>
          <a:lstStyle/>
          <a:p>
            <a:pPr indent="0" lvl="0" marL="0" rtl="0" algn="l">
              <a:lnSpc>
                <a:spcPct val="100000"/>
              </a:lnSpc>
              <a:spcBef>
                <a:spcPts val="0"/>
              </a:spcBef>
              <a:spcAft>
                <a:spcPts val="0"/>
              </a:spcAft>
              <a:buSzPts val="1100"/>
              <a:buNone/>
            </a:pPr>
            <a:r>
              <a:t/>
            </a:r>
            <a:endParaRPr/>
          </a:p>
        </p:txBody>
      </p:sp>
      <p:sp>
        <p:nvSpPr>
          <p:cNvPr id="158" name="Google Shape;158;p2:notes"/>
          <p:cNvSpPr/>
          <p:nvPr>
            <p:ph idx="2" type="sldImg"/>
          </p:nvPr>
        </p:nvSpPr>
        <p:spPr>
          <a:xfrm>
            <a:off x="406400" y="696913"/>
            <a:ext cx="6197600" cy="34861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p4:notes"/>
          <p:cNvSpPr txBox="1"/>
          <p:nvPr>
            <p:ph idx="1" type="body"/>
          </p:nvPr>
        </p:nvSpPr>
        <p:spPr>
          <a:xfrm>
            <a:off x="701040" y="4415790"/>
            <a:ext cx="5608320" cy="4183380"/>
          </a:xfrm>
          <a:prstGeom prst="rect">
            <a:avLst/>
          </a:prstGeom>
          <a:noFill/>
          <a:ln>
            <a:noFill/>
          </a:ln>
        </p:spPr>
        <p:txBody>
          <a:bodyPr anchorCtr="0" anchor="t" bIns="93150" lIns="93150" spcFirstLastPara="1" rIns="93150" wrap="square" tIns="93150">
            <a:noAutofit/>
          </a:bodyPr>
          <a:lstStyle/>
          <a:p>
            <a:pPr indent="0" lvl="0" marL="0" rtl="0" algn="l">
              <a:lnSpc>
                <a:spcPct val="100000"/>
              </a:lnSpc>
              <a:spcBef>
                <a:spcPts val="0"/>
              </a:spcBef>
              <a:spcAft>
                <a:spcPts val="0"/>
              </a:spcAft>
              <a:buSzPts val="1100"/>
              <a:buNone/>
            </a:pPr>
            <a:r>
              <a:t/>
            </a:r>
            <a:endParaRPr/>
          </a:p>
        </p:txBody>
      </p:sp>
      <p:sp>
        <p:nvSpPr>
          <p:cNvPr id="164" name="Google Shape;164;p4:notes"/>
          <p:cNvSpPr/>
          <p:nvPr>
            <p:ph idx="2" type="sldImg"/>
          </p:nvPr>
        </p:nvSpPr>
        <p:spPr>
          <a:xfrm>
            <a:off x="406400" y="696913"/>
            <a:ext cx="6197600" cy="34861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 name="Shape 176"/>
        <p:cNvGrpSpPr/>
        <p:nvPr/>
      </p:nvGrpSpPr>
      <p:grpSpPr>
        <a:xfrm>
          <a:off x="0" y="0"/>
          <a:ext cx="0" cy="0"/>
          <a:chOff x="0" y="0"/>
          <a:chExt cx="0" cy="0"/>
        </a:xfrm>
      </p:grpSpPr>
      <p:sp>
        <p:nvSpPr>
          <p:cNvPr id="177" name="Google Shape;177;p5:notes"/>
          <p:cNvSpPr txBox="1"/>
          <p:nvPr>
            <p:ph idx="1" type="body"/>
          </p:nvPr>
        </p:nvSpPr>
        <p:spPr>
          <a:xfrm>
            <a:off x="701040" y="4415790"/>
            <a:ext cx="5608320" cy="4183380"/>
          </a:xfrm>
          <a:prstGeom prst="rect">
            <a:avLst/>
          </a:prstGeom>
          <a:noFill/>
          <a:ln>
            <a:noFill/>
          </a:ln>
        </p:spPr>
        <p:txBody>
          <a:bodyPr anchorCtr="0" anchor="t" bIns="93150" lIns="93150" spcFirstLastPara="1" rIns="93150" wrap="square" tIns="93150">
            <a:noAutofit/>
          </a:bodyPr>
          <a:lstStyle/>
          <a:p>
            <a:pPr indent="0" lvl="0" marL="0" rtl="0" algn="l">
              <a:lnSpc>
                <a:spcPct val="100000"/>
              </a:lnSpc>
              <a:spcBef>
                <a:spcPts val="0"/>
              </a:spcBef>
              <a:spcAft>
                <a:spcPts val="0"/>
              </a:spcAft>
              <a:buSzPts val="1100"/>
              <a:buNone/>
            </a:pPr>
            <a:r>
              <a:t/>
            </a:r>
            <a:endParaRPr/>
          </a:p>
        </p:txBody>
      </p:sp>
      <p:sp>
        <p:nvSpPr>
          <p:cNvPr id="178" name="Google Shape;178;p5:notes"/>
          <p:cNvSpPr/>
          <p:nvPr>
            <p:ph idx="2" type="sldImg"/>
          </p:nvPr>
        </p:nvSpPr>
        <p:spPr>
          <a:xfrm>
            <a:off x="406400" y="696913"/>
            <a:ext cx="6197600" cy="34861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 name="Shape 182"/>
        <p:cNvGrpSpPr/>
        <p:nvPr/>
      </p:nvGrpSpPr>
      <p:grpSpPr>
        <a:xfrm>
          <a:off x="0" y="0"/>
          <a:ext cx="0" cy="0"/>
          <a:chOff x="0" y="0"/>
          <a:chExt cx="0" cy="0"/>
        </a:xfrm>
      </p:grpSpPr>
      <p:sp>
        <p:nvSpPr>
          <p:cNvPr id="183" name="Google Shape;183;p6:notes"/>
          <p:cNvSpPr txBox="1"/>
          <p:nvPr>
            <p:ph idx="1" type="body"/>
          </p:nvPr>
        </p:nvSpPr>
        <p:spPr>
          <a:xfrm>
            <a:off x="701040" y="4415790"/>
            <a:ext cx="5608320" cy="4183380"/>
          </a:xfrm>
          <a:prstGeom prst="rect">
            <a:avLst/>
          </a:prstGeom>
          <a:noFill/>
          <a:ln>
            <a:noFill/>
          </a:ln>
        </p:spPr>
        <p:txBody>
          <a:bodyPr anchorCtr="0" anchor="t" bIns="93150" lIns="93150" spcFirstLastPara="1" rIns="93150" wrap="square" tIns="93150">
            <a:noAutofit/>
          </a:bodyPr>
          <a:lstStyle/>
          <a:p>
            <a:pPr indent="0" lvl="0" marL="0" rtl="0" algn="l">
              <a:lnSpc>
                <a:spcPct val="100000"/>
              </a:lnSpc>
              <a:spcBef>
                <a:spcPts val="0"/>
              </a:spcBef>
              <a:spcAft>
                <a:spcPts val="0"/>
              </a:spcAft>
              <a:buSzPts val="1100"/>
              <a:buNone/>
            </a:pPr>
            <a:r>
              <a:t/>
            </a:r>
            <a:endParaRPr/>
          </a:p>
        </p:txBody>
      </p:sp>
      <p:sp>
        <p:nvSpPr>
          <p:cNvPr id="184" name="Google Shape;184;p6:notes"/>
          <p:cNvSpPr/>
          <p:nvPr>
            <p:ph idx="2" type="sldImg"/>
          </p:nvPr>
        </p:nvSpPr>
        <p:spPr>
          <a:xfrm>
            <a:off x="406400" y="696913"/>
            <a:ext cx="6197600" cy="34861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 name="Shape 196"/>
        <p:cNvGrpSpPr/>
        <p:nvPr/>
      </p:nvGrpSpPr>
      <p:grpSpPr>
        <a:xfrm>
          <a:off x="0" y="0"/>
          <a:ext cx="0" cy="0"/>
          <a:chOff x="0" y="0"/>
          <a:chExt cx="0" cy="0"/>
        </a:xfrm>
      </p:grpSpPr>
      <p:sp>
        <p:nvSpPr>
          <p:cNvPr id="197" name="Google Shape;197;p7:notes"/>
          <p:cNvSpPr txBox="1"/>
          <p:nvPr>
            <p:ph idx="1" type="body"/>
          </p:nvPr>
        </p:nvSpPr>
        <p:spPr>
          <a:xfrm>
            <a:off x="701040" y="4415790"/>
            <a:ext cx="5608320" cy="4183380"/>
          </a:xfrm>
          <a:prstGeom prst="rect">
            <a:avLst/>
          </a:prstGeom>
          <a:noFill/>
          <a:ln>
            <a:noFill/>
          </a:ln>
        </p:spPr>
        <p:txBody>
          <a:bodyPr anchorCtr="0" anchor="t" bIns="93150" lIns="93150" spcFirstLastPara="1" rIns="93150" wrap="square" tIns="93150">
            <a:noAutofit/>
          </a:bodyPr>
          <a:lstStyle/>
          <a:p>
            <a:pPr indent="0" lvl="0" marL="0" rtl="0" algn="l">
              <a:lnSpc>
                <a:spcPct val="100000"/>
              </a:lnSpc>
              <a:spcBef>
                <a:spcPts val="0"/>
              </a:spcBef>
              <a:spcAft>
                <a:spcPts val="0"/>
              </a:spcAft>
              <a:buSzPts val="1100"/>
              <a:buNone/>
            </a:pPr>
            <a:r>
              <a:t/>
            </a:r>
            <a:endParaRPr/>
          </a:p>
        </p:txBody>
      </p:sp>
      <p:sp>
        <p:nvSpPr>
          <p:cNvPr id="198" name="Google Shape;198;p7:notes"/>
          <p:cNvSpPr/>
          <p:nvPr>
            <p:ph idx="2" type="sldImg"/>
          </p:nvPr>
        </p:nvSpPr>
        <p:spPr>
          <a:xfrm>
            <a:off x="406400" y="696913"/>
            <a:ext cx="6197600" cy="34861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 name="Shape 203"/>
        <p:cNvGrpSpPr/>
        <p:nvPr/>
      </p:nvGrpSpPr>
      <p:grpSpPr>
        <a:xfrm>
          <a:off x="0" y="0"/>
          <a:ext cx="0" cy="0"/>
          <a:chOff x="0" y="0"/>
          <a:chExt cx="0" cy="0"/>
        </a:xfrm>
      </p:grpSpPr>
      <p:sp>
        <p:nvSpPr>
          <p:cNvPr id="204" name="Google Shape;204;p8:notes"/>
          <p:cNvSpPr txBox="1"/>
          <p:nvPr>
            <p:ph idx="1" type="body"/>
          </p:nvPr>
        </p:nvSpPr>
        <p:spPr>
          <a:xfrm>
            <a:off x="701040" y="4415790"/>
            <a:ext cx="5608320" cy="4183380"/>
          </a:xfrm>
          <a:prstGeom prst="rect">
            <a:avLst/>
          </a:prstGeom>
          <a:noFill/>
          <a:ln>
            <a:noFill/>
          </a:ln>
        </p:spPr>
        <p:txBody>
          <a:bodyPr anchorCtr="0" anchor="t" bIns="93150" lIns="93150" spcFirstLastPara="1" rIns="93150" wrap="square" tIns="93150">
            <a:noAutofit/>
          </a:bodyPr>
          <a:lstStyle/>
          <a:p>
            <a:pPr indent="0" lvl="0" marL="0" rtl="0" algn="l">
              <a:lnSpc>
                <a:spcPct val="100000"/>
              </a:lnSpc>
              <a:spcBef>
                <a:spcPts val="0"/>
              </a:spcBef>
              <a:spcAft>
                <a:spcPts val="0"/>
              </a:spcAft>
              <a:buSzPts val="1100"/>
              <a:buNone/>
            </a:pPr>
            <a:r>
              <a:t/>
            </a:r>
            <a:endParaRPr/>
          </a:p>
        </p:txBody>
      </p:sp>
      <p:sp>
        <p:nvSpPr>
          <p:cNvPr id="205" name="Google Shape;205;p8:notes"/>
          <p:cNvSpPr/>
          <p:nvPr>
            <p:ph idx="2" type="sldImg"/>
          </p:nvPr>
        </p:nvSpPr>
        <p:spPr>
          <a:xfrm>
            <a:off x="406400" y="696913"/>
            <a:ext cx="6197600" cy="34861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1" name="Shape 211"/>
        <p:cNvGrpSpPr/>
        <p:nvPr/>
      </p:nvGrpSpPr>
      <p:grpSpPr>
        <a:xfrm>
          <a:off x="0" y="0"/>
          <a:ext cx="0" cy="0"/>
          <a:chOff x="0" y="0"/>
          <a:chExt cx="0" cy="0"/>
        </a:xfrm>
      </p:grpSpPr>
      <p:sp>
        <p:nvSpPr>
          <p:cNvPr id="212" name="Google Shape;212;p9:notes"/>
          <p:cNvSpPr txBox="1"/>
          <p:nvPr>
            <p:ph idx="1" type="body"/>
          </p:nvPr>
        </p:nvSpPr>
        <p:spPr>
          <a:xfrm>
            <a:off x="701040" y="4415790"/>
            <a:ext cx="5608320" cy="4183380"/>
          </a:xfrm>
          <a:prstGeom prst="rect">
            <a:avLst/>
          </a:prstGeom>
          <a:noFill/>
          <a:ln>
            <a:noFill/>
          </a:ln>
        </p:spPr>
        <p:txBody>
          <a:bodyPr anchorCtr="0" anchor="t" bIns="93150" lIns="93150" spcFirstLastPara="1" rIns="93150" wrap="square" tIns="93150">
            <a:noAutofit/>
          </a:bodyPr>
          <a:lstStyle/>
          <a:p>
            <a:pPr indent="0" lvl="0" marL="0" rtl="0" algn="l">
              <a:lnSpc>
                <a:spcPct val="100000"/>
              </a:lnSpc>
              <a:spcBef>
                <a:spcPts val="0"/>
              </a:spcBef>
              <a:spcAft>
                <a:spcPts val="0"/>
              </a:spcAft>
              <a:buSzPts val="1100"/>
              <a:buNone/>
            </a:pPr>
            <a:r>
              <a:t/>
            </a:r>
            <a:endParaRPr/>
          </a:p>
        </p:txBody>
      </p:sp>
      <p:sp>
        <p:nvSpPr>
          <p:cNvPr id="213" name="Google Shape;213;p9:notes"/>
          <p:cNvSpPr/>
          <p:nvPr>
            <p:ph idx="2" type="sldImg"/>
          </p:nvPr>
        </p:nvSpPr>
        <p:spPr>
          <a:xfrm>
            <a:off x="406400" y="696913"/>
            <a:ext cx="6197600" cy="34861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6" name="Shape 236"/>
        <p:cNvGrpSpPr/>
        <p:nvPr/>
      </p:nvGrpSpPr>
      <p:grpSpPr>
        <a:xfrm>
          <a:off x="0" y="0"/>
          <a:ext cx="0" cy="0"/>
          <a:chOff x="0" y="0"/>
          <a:chExt cx="0" cy="0"/>
        </a:xfrm>
      </p:grpSpPr>
      <p:sp>
        <p:nvSpPr>
          <p:cNvPr id="237" name="Google Shape;237;p12:notes"/>
          <p:cNvSpPr txBox="1"/>
          <p:nvPr>
            <p:ph idx="1" type="body"/>
          </p:nvPr>
        </p:nvSpPr>
        <p:spPr>
          <a:xfrm>
            <a:off x="701040" y="4415790"/>
            <a:ext cx="5608320" cy="4183380"/>
          </a:xfrm>
          <a:prstGeom prst="rect">
            <a:avLst/>
          </a:prstGeom>
          <a:noFill/>
          <a:ln>
            <a:noFill/>
          </a:ln>
        </p:spPr>
        <p:txBody>
          <a:bodyPr anchorCtr="0" anchor="t" bIns="93150" lIns="93150" spcFirstLastPara="1" rIns="93150" wrap="square" tIns="93150">
            <a:noAutofit/>
          </a:bodyPr>
          <a:lstStyle/>
          <a:p>
            <a:pPr indent="0" lvl="0" marL="0" rtl="0" algn="l">
              <a:lnSpc>
                <a:spcPct val="100000"/>
              </a:lnSpc>
              <a:spcBef>
                <a:spcPts val="0"/>
              </a:spcBef>
              <a:spcAft>
                <a:spcPts val="0"/>
              </a:spcAft>
              <a:buSzPts val="1100"/>
              <a:buNone/>
            </a:pPr>
            <a:r>
              <a:t/>
            </a:r>
            <a:endParaRPr/>
          </a:p>
        </p:txBody>
      </p:sp>
      <p:sp>
        <p:nvSpPr>
          <p:cNvPr id="238" name="Google Shape;238;p12:notes"/>
          <p:cNvSpPr/>
          <p:nvPr>
            <p:ph idx="2" type="sldImg"/>
          </p:nvPr>
        </p:nvSpPr>
        <p:spPr>
          <a:xfrm>
            <a:off x="406400" y="696913"/>
            <a:ext cx="6197600" cy="34861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1" name="Shape 251"/>
        <p:cNvGrpSpPr/>
        <p:nvPr/>
      </p:nvGrpSpPr>
      <p:grpSpPr>
        <a:xfrm>
          <a:off x="0" y="0"/>
          <a:ext cx="0" cy="0"/>
          <a:chOff x="0" y="0"/>
          <a:chExt cx="0" cy="0"/>
        </a:xfrm>
      </p:grpSpPr>
      <p:sp>
        <p:nvSpPr>
          <p:cNvPr id="252" name="Google Shape;252;p13:notes"/>
          <p:cNvSpPr txBox="1"/>
          <p:nvPr>
            <p:ph idx="1" type="body"/>
          </p:nvPr>
        </p:nvSpPr>
        <p:spPr>
          <a:xfrm>
            <a:off x="701040" y="4415790"/>
            <a:ext cx="5608320" cy="4183380"/>
          </a:xfrm>
          <a:prstGeom prst="rect">
            <a:avLst/>
          </a:prstGeom>
          <a:noFill/>
          <a:ln>
            <a:noFill/>
          </a:ln>
        </p:spPr>
        <p:txBody>
          <a:bodyPr anchorCtr="0" anchor="t" bIns="93150" lIns="93150" spcFirstLastPara="1" rIns="93150" wrap="square" tIns="93150">
            <a:noAutofit/>
          </a:bodyPr>
          <a:lstStyle/>
          <a:p>
            <a:pPr indent="0" lvl="0" marL="0" rtl="0" algn="l">
              <a:lnSpc>
                <a:spcPct val="100000"/>
              </a:lnSpc>
              <a:spcBef>
                <a:spcPts val="0"/>
              </a:spcBef>
              <a:spcAft>
                <a:spcPts val="0"/>
              </a:spcAft>
              <a:buSzPts val="1100"/>
              <a:buNone/>
            </a:pPr>
            <a:r>
              <a:t/>
            </a:r>
            <a:endParaRPr/>
          </a:p>
        </p:txBody>
      </p:sp>
      <p:sp>
        <p:nvSpPr>
          <p:cNvPr id="253" name="Google Shape;253;p13:notes"/>
          <p:cNvSpPr/>
          <p:nvPr>
            <p:ph idx="2" type="sldImg"/>
          </p:nvPr>
        </p:nvSpPr>
        <p:spPr>
          <a:xfrm>
            <a:off x="406400" y="696913"/>
            <a:ext cx="6197600" cy="34861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6" name="Shape 276"/>
        <p:cNvGrpSpPr/>
        <p:nvPr/>
      </p:nvGrpSpPr>
      <p:grpSpPr>
        <a:xfrm>
          <a:off x="0" y="0"/>
          <a:ext cx="0" cy="0"/>
          <a:chOff x="0" y="0"/>
          <a:chExt cx="0" cy="0"/>
        </a:xfrm>
      </p:grpSpPr>
      <p:sp>
        <p:nvSpPr>
          <p:cNvPr id="277" name="Google Shape;277;p14:notes"/>
          <p:cNvSpPr txBox="1"/>
          <p:nvPr>
            <p:ph idx="1" type="body"/>
          </p:nvPr>
        </p:nvSpPr>
        <p:spPr>
          <a:xfrm>
            <a:off x="701040" y="4415790"/>
            <a:ext cx="5608320" cy="4183380"/>
          </a:xfrm>
          <a:prstGeom prst="rect">
            <a:avLst/>
          </a:prstGeom>
          <a:noFill/>
          <a:ln>
            <a:noFill/>
          </a:ln>
        </p:spPr>
        <p:txBody>
          <a:bodyPr anchorCtr="0" anchor="t" bIns="93150" lIns="93150" spcFirstLastPara="1" rIns="93150" wrap="square" tIns="93150">
            <a:noAutofit/>
          </a:bodyPr>
          <a:lstStyle/>
          <a:p>
            <a:pPr indent="0" lvl="0" marL="0" rtl="0" algn="l">
              <a:lnSpc>
                <a:spcPct val="100000"/>
              </a:lnSpc>
              <a:spcBef>
                <a:spcPts val="0"/>
              </a:spcBef>
              <a:spcAft>
                <a:spcPts val="0"/>
              </a:spcAft>
              <a:buSzPts val="1100"/>
              <a:buNone/>
            </a:pPr>
            <a:r>
              <a:t/>
            </a:r>
            <a:endParaRPr/>
          </a:p>
        </p:txBody>
      </p:sp>
      <p:sp>
        <p:nvSpPr>
          <p:cNvPr id="278" name="Google Shape;278;p14:notes"/>
          <p:cNvSpPr/>
          <p:nvPr>
            <p:ph idx="2" type="sldImg"/>
          </p:nvPr>
        </p:nvSpPr>
        <p:spPr>
          <a:xfrm>
            <a:off x="406400" y="696913"/>
            <a:ext cx="6197600" cy="34861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0" name="Shape 290"/>
        <p:cNvGrpSpPr/>
        <p:nvPr/>
      </p:nvGrpSpPr>
      <p:grpSpPr>
        <a:xfrm>
          <a:off x="0" y="0"/>
          <a:ext cx="0" cy="0"/>
          <a:chOff x="0" y="0"/>
          <a:chExt cx="0" cy="0"/>
        </a:xfrm>
      </p:grpSpPr>
      <p:sp>
        <p:nvSpPr>
          <p:cNvPr id="291" name="Google Shape;291;p15:notes"/>
          <p:cNvSpPr txBox="1"/>
          <p:nvPr>
            <p:ph idx="1" type="body"/>
          </p:nvPr>
        </p:nvSpPr>
        <p:spPr>
          <a:xfrm>
            <a:off x="701040" y="4415790"/>
            <a:ext cx="5608320" cy="4183380"/>
          </a:xfrm>
          <a:prstGeom prst="rect">
            <a:avLst/>
          </a:prstGeom>
          <a:noFill/>
          <a:ln>
            <a:noFill/>
          </a:ln>
        </p:spPr>
        <p:txBody>
          <a:bodyPr anchorCtr="0" anchor="t" bIns="93150" lIns="93150" spcFirstLastPara="1" rIns="93150" wrap="square" tIns="93150">
            <a:noAutofit/>
          </a:bodyPr>
          <a:lstStyle/>
          <a:p>
            <a:pPr indent="0" lvl="0" marL="0" rtl="0" algn="l">
              <a:lnSpc>
                <a:spcPct val="100000"/>
              </a:lnSpc>
              <a:spcBef>
                <a:spcPts val="0"/>
              </a:spcBef>
              <a:spcAft>
                <a:spcPts val="0"/>
              </a:spcAft>
              <a:buSzPts val="1100"/>
              <a:buNone/>
            </a:pPr>
            <a:r>
              <a:t/>
            </a:r>
            <a:endParaRPr/>
          </a:p>
        </p:txBody>
      </p:sp>
      <p:sp>
        <p:nvSpPr>
          <p:cNvPr id="292" name="Google Shape;292;p15:notes"/>
          <p:cNvSpPr/>
          <p:nvPr>
            <p:ph idx="2" type="sldImg"/>
          </p:nvPr>
        </p:nvSpPr>
        <p:spPr>
          <a:xfrm>
            <a:off x="406400" y="696913"/>
            <a:ext cx="6197600" cy="34861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4" name="Shape 304"/>
        <p:cNvGrpSpPr/>
        <p:nvPr/>
      </p:nvGrpSpPr>
      <p:grpSpPr>
        <a:xfrm>
          <a:off x="0" y="0"/>
          <a:ext cx="0" cy="0"/>
          <a:chOff x="0" y="0"/>
          <a:chExt cx="0" cy="0"/>
        </a:xfrm>
      </p:grpSpPr>
      <p:sp>
        <p:nvSpPr>
          <p:cNvPr id="305" name="Google Shape;305;p66:notes"/>
          <p:cNvSpPr/>
          <p:nvPr>
            <p:ph idx="2" type="sldImg"/>
          </p:nvPr>
        </p:nvSpPr>
        <p:spPr>
          <a:xfrm>
            <a:off x="406400" y="696913"/>
            <a:ext cx="6197600" cy="34861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06" name="Google Shape;306;p66:notes"/>
          <p:cNvSpPr txBox="1"/>
          <p:nvPr>
            <p:ph idx="1" type="body"/>
          </p:nvPr>
        </p:nvSpPr>
        <p:spPr>
          <a:xfrm>
            <a:off x="701040" y="4415790"/>
            <a:ext cx="5608320" cy="4183380"/>
          </a:xfrm>
          <a:prstGeom prst="rect">
            <a:avLst/>
          </a:prstGeom>
          <a:noFill/>
          <a:ln>
            <a:noFill/>
          </a:ln>
        </p:spPr>
        <p:txBody>
          <a:bodyPr anchorCtr="0" anchor="t" bIns="93150" lIns="93150" spcFirstLastPara="1" rIns="93150" wrap="square" tIns="93150">
            <a:noAutofit/>
          </a:bodyPr>
          <a:lstStyle/>
          <a:p>
            <a:pPr indent="-298450" lvl="0" marL="457200" marR="0" rtl="0" algn="l">
              <a:lnSpc>
                <a:spcPct val="100000"/>
              </a:lnSpc>
              <a:spcBef>
                <a:spcPts val="0"/>
              </a:spcBef>
              <a:spcAft>
                <a:spcPts val="0"/>
              </a:spcAft>
              <a:buClr>
                <a:srgbClr val="000000"/>
              </a:buClr>
              <a:buSzPts val="1100"/>
              <a:buFont typeface="Arial"/>
              <a:buChar char="●"/>
            </a:pPr>
            <a:r>
              <a:rPr lang="en-IN"/>
              <a:t>Specific entry for great content creators into the skippers if we run a content generation month</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 Id="rId3"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 Id="rId3" Type="http://schemas.openxmlformats.org/officeDocument/2006/relationships/image" Target="../media/image2.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6.png"/><Relationship Id="rId4" Type="http://schemas.openxmlformats.org/officeDocument/2006/relationships/image" Target="../media/image7.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6.png"/><Relationship Id="rId4" Type="http://schemas.openxmlformats.org/officeDocument/2006/relationships/image" Target="../media/image7.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6.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7.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7.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 Id="rId3" Type="http://schemas.openxmlformats.org/officeDocument/2006/relationships/image" Target="../media/image10.png"/><Relationship Id="rId4" Type="http://schemas.openxmlformats.org/officeDocument/2006/relationships/image" Target="../media/image22.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png"/><Relationship Id="rId3" Type="http://schemas.openxmlformats.org/officeDocument/2006/relationships/image" Target="../media/image35.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png"/><Relationship Id="rId3" Type="http://schemas.openxmlformats.org/officeDocument/2006/relationships/image" Target="../media/image35.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 Id="rId3" Type="http://schemas.openxmlformats.org/officeDocument/2006/relationships/image" Target="../media/image2.png"/><Relationship Id="rId4" Type="http://schemas.openxmlformats.org/officeDocument/2006/relationships/image" Target="../media/image22.pn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7.pn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Layout 1">
  <p:cSld name="Title Layout 1">
    <p:spTree>
      <p:nvGrpSpPr>
        <p:cNvPr id="9" name="Shape 9"/>
        <p:cNvGrpSpPr/>
        <p:nvPr/>
      </p:nvGrpSpPr>
      <p:grpSpPr>
        <a:xfrm>
          <a:off x="0" y="0"/>
          <a:ext cx="0" cy="0"/>
          <a:chOff x="0" y="0"/>
          <a:chExt cx="0" cy="0"/>
        </a:xfrm>
      </p:grpSpPr>
      <p:pic>
        <p:nvPicPr>
          <p:cNvPr descr="Untitled-1-02.png" id="10" name="Google Shape;10;p23"/>
          <p:cNvPicPr preferRelativeResize="0"/>
          <p:nvPr/>
        </p:nvPicPr>
        <p:blipFill rotWithShape="1">
          <a:blip r:embed="rId2">
            <a:alphaModFix/>
          </a:blip>
          <a:srcRect b="0" l="0" r="0" t="0"/>
          <a:stretch/>
        </p:blipFill>
        <p:spPr>
          <a:xfrm>
            <a:off x="-47668" y="-27384"/>
            <a:ext cx="12311106" cy="6885384"/>
          </a:xfrm>
          <a:prstGeom prst="rect">
            <a:avLst/>
          </a:prstGeom>
          <a:noFill/>
          <a:ln>
            <a:noFill/>
          </a:ln>
        </p:spPr>
      </p:pic>
      <p:sp>
        <p:nvSpPr>
          <p:cNvPr id="11" name="Google Shape;11;p23"/>
          <p:cNvSpPr txBox="1"/>
          <p:nvPr>
            <p:ph type="title"/>
          </p:nvPr>
        </p:nvSpPr>
        <p:spPr>
          <a:xfrm>
            <a:off x="4595802" y="2687805"/>
            <a:ext cx="6188435" cy="145557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chemeClr val="lt1"/>
              </a:buClr>
              <a:buSzPts val="4800"/>
              <a:buFont typeface="Verdana"/>
              <a:buNone/>
              <a:defRPr b="1" i="0" sz="4800" u="none" cap="none" strike="noStrike">
                <a:solidFill>
                  <a:schemeClr val="lt1"/>
                </a:solidFill>
                <a:latin typeface="Verdana"/>
                <a:ea typeface="Verdana"/>
                <a:cs typeface="Verdana"/>
                <a:sym typeface="Verdana"/>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2" name="Google Shape;12;p23"/>
          <p:cNvSpPr txBox="1"/>
          <p:nvPr/>
        </p:nvSpPr>
        <p:spPr>
          <a:xfrm>
            <a:off x="224220" y="6455519"/>
            <a:ext cx="2293489" cy="267015"/>
          </a:xfrm>
          <a:prstGeom prst="rect">
            <a:avLst/>
          </a:prstGeom>
          <a:noFill/>
          <a:ln>
            <a:noFill/>
          </a:ln>
        </p:spPr>
        <p:txBody>
          <a:bodyPr anchorCtr="0" anchor="ctr" bIns="45700" lIns="48000" spcFirstLastPara="1" rIns="91425" wrap="square" tIns="45700">
            <a:noAutofit/>
          </a:bodyPr>
          <a:lstStyle/>
          <a:p>
            <a:pPr indent="0" lvl="0" marL="0" marR="0" rtl="0" algn="l">
              <a:lnSpc>
                <a:spcPct val="100000"/>
              </a:lnSpc>
              <a:spcBef>
                <a:spcPts val="0"/>
              </a:spcBef>
              <a:spcAft>
                <a:spcPts val="0"/>
              </a:spcAft>
              <a:buClr>
                <a:schemeClr val="lt1"/>
              </a:buClr>
              <a:buSzPts val="900"/>
              <a:buFont typeface="Arial"/>
              <a:buNone/>
            </a:pPr>
            <a:r>
              <a:rPr b="0" i="0" lang="en-IN" sz="900" u="none" cap="none" strike="noStrike">
                <a:solidFill>
                  <a:schemeClr val="lt1"/>
                </a:solidFill>
                <a:latin typeface="Verdana"/>
                <a:ea typeface="Verdana"/>
                <a:cs typeface="Verdana"/>
                <a:sym typeface="Verdana"/>
              </a:rPr>
              <a:t>©2025 Rajasthan Royals - Private &amp; Confidential</a:t>
            </a:r>
            <a:endParaRPr b="0" i="0" sz="1400" u="none" cap="none" strike="noStrike">
              <a:solidFill>
                <a:srgbClr val="000000"/>
              </a:solidFill>
              <a:latin typeface="Arial"/>
              <a:ea typeface="Arial"/>
              <a:cs typeface="Arial"/>
              <a:sym typeface="Arial"/>
            </a:endParaRPr>
          </a:p>
        </p:txBody>
      </p:sp>
      <p:pic>
        <p:nvPicPr>
          <p:cNvPr descr="Untitled-1-10-08.png" id="13" name="Google Shape;13;p23"/>
          <p:cNvPicPr preferRelativeResize="0"/>
          <p:nvPr/>
        </p:nvPicPr>
        <p:blipFill rotWithShape="1">
          <a:blip r:embed="rId3">
            <a:alphaModFix/>
          </a:blip>
          <a:srcRect b="18749" l="7219" r="60465" t="11458"/>
          <a:stretch/>
        </p:blipFill>
        <p:spPr>
          <a:xfrm>
            <a:off x="2284047" y="2268587"/>
            <a:ext cx="1954565" cy="2374859"/>
          </a:xfrm>
          <a:prstGeom prst="rect">
            <a:avLst/>
          </a:prstGeom>
          <a:noFill/>
          <a:ln>
            <a:noFill/>
          </a:ln>
        </p:spPr>
      </p:pic>
      <p:sp>
        <p:nvSpPr>
          <p:cNvPr id="14" name="Google Shape;14;p23"/>
          <p:cNvSpPr txBox="1"/>
          <p:nvPr>
            <p:ph idx="1" type="body"/>
          </p:nvPr>
        </p:nvSpPr>
        <p:spPr>
          <a:xfrm>
            <a:off x="4595802" y="4221088"/>
            <a:ext cx="6188435" cy="6044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chemeClr val="lt1"/>
              </a:buClr>
              <a:buSzPts val="2133"/>
              <a:buFont typeface="Arial"/>
              <a:buNone/>
              <a:defRPr b="0" i="0" sz="2133" u="none" cap="none" strike="noStrike">
                <a:solidFill>
                  <a:schemeClr val="lt1"/>
                </a:solidFill>
                <a:latin typeface="Verdana"/>
                <a:ea typeface="Verdana"/>
                <a:cs typeface="Verdana"/>
                <a:sym typeface="Verdana"/>
              </a:defRPr>
            </a:lvl1pPr>
            <a:lvl2pPr indent="-465645" lvl="1" marL="914400" marR="0" rtl="0" algn="l">
              <a:lnSpc>
                <a:spcPct val="100000"/>
              </a:lnSpc>
              <a:spcBef>
                <a:spcPts val="747"/>
              </a:spcBef>
              <a:spcAft>
                <a:spcPts val="0"/>
              </a:spcAft>
              <a:buClr>
                <a:schemeClr val="dk1"/>
              </a:buClr>
              <a:buSzPts val="3733"/>
              <a:buFont typeface="Arial"/>
              <a:buChar char="–"/>
              <a:defRPr b="0" i="0" sz="3733" u="none" cap="none" strike="noStrike">
                <a:solidFill>
                  <a:schemeClr val="dk1"/>
                </a:solidFill>
                <a:latin typeface="Verdana"/>
                <a:ea typeface="Verdana"/>
                <a:cs typeface="Verdana"/>
                <a:sym typeface="Verdana"/>
              </a:defRPr>
            </a:lvl2pPr>
            <a:lvl3pPr indent="-431800" lvl="2" marL="1371600" marR="0" rtl="0" algn="l">
              <a:lnSpc>
                <a:spcPct val="100000"/>
              </a:lnSpc>
              <a:spcBef>
                <a:spcPts val="640"/>
              </a:spcBef>
              <a:spcAft>
                <a:spcPts val="0"/>
              </a:spcAft>
              <a:buClr>
                <a:schemeClr val="dk1"/>
              </a:buClr>
              <a:buSzPts val="3200"/>
              <a:buFont typeface="Arial"/>
              <a:buChar char="•"/>
              <a:defRPr b="0" i="0" sz="3200" u="none" cap="none" strike="noStrike">
                <a:solidFill>
                  <a:schemeClr val="dk1"/>
                </a:solidFill>
                <a:latin typeface="Verdana"/>
                <a:ea typeface="Verdana"/>
                <a:cs typeface="Verdana"/>
                <a:sym typeface="Verdana"/>
              </a:defRPr>
            </a:lvl3pPr>
            <a:lvl4pPr indent="-397954" lvl="3" marL="1828800" marR="0" rtl="0" algn="l">
              <a:lnSpc>
                <a:spcPct val="100000"/>
              </a:lnSpc>
              <a:spcBef>
                <a:spcPts val="533"/>
              </a:spcBef>
              <a:spcAft>
                <a:spcPts val="0"/>
              </a:spcAft>
              <a:buClr>
                <a:schemeClr val="dk1"/>
              </a:buClr>
              <a:buSzPts val="2667"/>
              <a:buFont typeface="Arial"/>
              <a:buChar char="–"/>
              <a:defRPr b="0" i="0" sz="2667" u="none" cap="none" strike="noStrike">
                <a:solidFill>
                  <a:schemeClr val="dk1"/>
                </a:solidFill>
                <a:latin typeface="Verdana"/>
                <a:ea typeface="Verdana"/>
                <a:cs typeface="Verdana"/>
                <a:sym typeface="Verdana"/>
              </a:defRPr>
            </a:lvl4pPr>
            <a:lvl5pPr indent="-397954" lvl="4" marL="2286000" marR="0" rtl="0" algn="l">
              <a:lnSpc>
                <a:spcPct val="100000"/>
              </a:lnSpc>
              <a:spcBef>
                <a:spcPts val="533"/>
              </a:spcBef>
              <a:spcAft>
                <a:spcPts val="0"/>
              </a:spcAft>
              <a:buClr>
                <a:schemeClr val="dk1"/>
              </a:buClr>
              <a:buSzPts val="2667"/>
              <a:buFont typeface="Arial"/>
              <a:buChar char="»"/>
              <a:defRPr b="0" i="0" sz="2667" u="none" cap="none" strike="noStrike">
                <a:solidFill>
                  <a:schemeClr val="dk1"/>
                </a:solidFill>
                <a:latin typeface="Verdana"/>
                <a:ea typeface="Verdana"/>
                <a:cs typeface="Verdana"/>
                <a:sym typeface="Verdana"/>
              </a:defRPr>
            </a:lvl5pPr>
            <a:lvl6pPr indent="-397954" lvl="5" marL="2743200" marR="0" rtl="0" algn="l">
              <a:lnSpc>
                <a:spcPct val="100000"/>
              </a:lnSpc>
              <a:spcBef>
                <a:spcPts val="533"/>
              </a:spcBef>
              <a:spcAft>
                <a:spcPts val="0"/>
              </a:spcAft>
              <a:buClr>
                <a:schemeClr val="dk1"/>
              </a:buClr>
              <a:buSzPts val="2667"/>
              <a:buFont typeface="Arial"/>
              <a:buChar char="•"/>
              <a:defRPr b="0" i="0" sz="2667" u="none" cap="none" strike="noStrike">
                <a:solidFill>
                  <a:schemeClr val="dk1"/>
                </a:solidFill>
                <a:latin typeface="Verdana"/>
                <a:ea typeface="Verdana"/>
                <a:cs typeface="Verdana"/>
                <a:sym typeface="Verdana"/>
              </a:defRPr>
            </a:lvl6pPr>
            <a:lvl7pPr indent="-397954" lvl="6" marL="3200400" marR="0" rtl="0" algn="l">
              <a:lnSpc>
                <a:spcPct val="100000"/>
              </a:lnSpc>
              <a:spcBef>
                <a:spcPts val="533"/>
              </a:spcBef>
              <a:spcAft>
                <a:spcPts val="0"/>
              </a:spcAft>
              <a:buClr>
                <a:schemeClr val="dk1"/>
              </a:buClr>
              <a:buSzPts val="2667"/>
              <a:buFont typeface="Arial"/>
              <a:buChar char="•"/>
              <a:defRPr b="0" i="0" sz="2667" u="none" cap="none" strike="noStrike">
                <a:solidFill>
                  <a:schemeClr val="dk1"/>
                </a:solidFill>
                <a:latin typeface="Verdana"/>
                <a:ea typeface="Verdana"/>
                <a:cs typeface="Verdana"/>
                <a:sym typeface="Verdana"/>
              </a:defRPr>
            </a:lvl7pPr>
            <a:lvl8pPr indent="-397954" lvl="7" marL="3657600" marR="0" rtl="0" algn="l">
              <a:lnSpc>
                <a:spcPct val="100000"/>
              </a:lnSpc>
              <a:spcBef>
                <a:spcPts val="533"/>
              </a:spcBef>
              <a:spcAft>
                <a:spcPts val="0"/>
              </a:spcAft>
              <a:buClr>
                <a:schemeClr val="dk1"/>
              </a:buClr>
              <a:buSzPts val="2667"/>
              <a:buFont typeface="Arial"/>
              <a:buChar char="•"/>
              <a:defRPr b="0" i="0" sz="2667" u="none" cap="none" strike="noStrike">
                <a:solidFill>
                  <a:schemeClr val="dk1"/>
                </a:solidFill>
                <a:latin typeface="Verdana"/>
                <a:ea typeface="Verdana"/>
                <a:cs typeface="Verdana"/>
                <a:sym typeface="Verdana"/>
              </a:defRPr>
            </a:lvl8pPr>
            <a:lvl9pPr indent="-397954" lvl="8" marL="4114800" marR="0" rtl="0" algn="l">
              <a:lnSpc>
                <a:spcPct val="100000"/>
              </a:lnSpc>
              <a:spcBef>
                <a:spcPts val="533"/>
              </a:spcBef>
              <a:spcAft>
                <a:spcPts val="0"/>
              </a:spcAft>
              <a:buClr>
                <a:schemeClr val="dk1"/>
              </a:buClr>
              <a:buSzPts val="2667"/>
              <a:buFont typeface="Arial"/>
              <a:buChar char="•"/>
              <a:defRPr b="0" i="0" sz="2667" u="none" cap="none" strike="noStrike">
                <a:solidFill>
                  <a:schemeClr val="dk1"/>
                </a:solidFill>
                <a:latin typeface="Verdana"/>
                <a:ea typeface="Verdana"/>
                <a:cs typeface="Verdana"/>
                <a:sym typeface="Verdana"/>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xt Layout 1">
  <p:cSld name="Text Layout 1">
    <p:spTree>
      <p:nvGrpSpPr>
        <p:cNvPr id="15" name="Shape 15"/>
        <p:cNvGrpSpPr/>
        <p:nvPr/>
      </p:nvGrpSpPr>
      <p:grpSpPr>
        <a:xfrm>
          <a:off x="0" y="0"/>
          <a:ext cx="0" cy="0"/>
          <a:chOff x="0" y="0"/>
          <a:chExt cx="0" cy="0"/>
        </a:xfrm>
      </p:grpSpPr>
      <p:sp>
        <p:nvSpPr>
          <p:cNvPr id="16" name="Google Shape;16;p11"/>
          <p:cNvSpPr txBox="1"/>
          <p:nvPr>
            <p:ph idx="1" type="body"/>
          </p:nvPr>
        </p:nvSpPr>
        <p:spPr>
          <a:xfrm>
            <a:off x="1126884" y="548680"/>
            <a:ext cx="9255382" cy="604400"/>
          </a:xfrm>
          <a:prstGeom prst="rect">
            <a:avLst/>
          </a:prstGeom>
          <a:noFill/>
          <a:ln>
            <a:noFill/>
          </a:ln>
        </p:spPr>
        <p:txBody>
          <a:bodyPr anchorCtr="0" anchor="ctr" bIns="45700" lIns="91425" spcFirstLastPara="1" rIns="91425" wrap="square" tIns="45700">
            <a:noAutofit/>
          </a:bodyPr>
          <a:lstStyle>
            <a:lvl1pPr indent="-228600" lvl="0" marL="457200" marR="0" rtl="0" algn="l">
              <a:lnSpc>
                <a:spcPct val="100000"/>
              </a:lnSpc>
              <a:spcBef>
                <a:spcPts val="0"/>
              </a:spcBef>
              <a:spcAft>
                <a:spcPts val="0"/>
              </a:spcAft>
              <a:buClr>
                <a:schemeClr val="lt1"/>
              </a:buClr>
              <a:buSzPts val="2933"/>
              <a:buFont typeface="Arial"/>
              <a:buNone/>
              <a:defRPr b="1" i="0" sz="2933" u="none" cap="none" strike="noStrike">
                <a:solidFill>
                  <a:schemeClr val="lt1"/>
                </a:solidFill>
                <a:latin typeface="Verdana"/>
                <a:ea typeface="Verdana"/>
                <a:cs typeface="Verdana"/>
                <a:sym typeface="Verdana"/>
              </a:defRPr>
            </a:lvl1pPr>
            <a:lvl2pPr indent="-465645" lvl="1" marL="914400" marR="0" rtl="0" algn="l">
              <a:lnSpc>
                <a:spcPct val="100000"/>
              </a:lnSpc>
              <a:spcBef>
                <a:spcPts val="747"/>
              </a:spcBef>
              <a:spcAft>
                <a:spcPts val="0"/>
              </a:spcAft>
              <a:buClr>
                <a:schemeClr val="dk1"/>
              </a:buClr>
              <a:buSzPts val="3733"/>
              <a:buFont typeface="Arial"/>
              <a:buChar char="–"/>
              <a:defRPr b="0" i="0" sz="3733" u="none" cap="none" strike="noStrike">
                <a:solidFill>
                  <a:schemeClr val="dk1"/>
                </a:solidFill>
                <a:latin typeface="Verdana"/>
                <a:ea typeface="Verdana"/>
                <a:cs typeface="Verdana"/>
                <a:sym typeface="Verdana"/>
              </a:defRPr>
            </a:lvl2pPr>
            <a:lvl3pPr indent="-431800" lvl="2" marL="1371600" marR="0" rtl="0" algn="l">
              <a:lnSpc>
                <a:spcPct val="100000"/>
              </a:lnSpc>
              <a:spcBef>
                <a:spcPts val="640"/>
              </a:spcBef>
              <a:spcAft>
                <a:spcPts val="0"/>
              </a:spcAft>
              <a:buClr>
                <a:schemeClr val="dk1"/>
              </a:buClr>
              <a:buSzPts val="3200"/>
              <a:buFont typeface="Arial"/>
              <a:buChar char="•"/>
              <a:defRPr b="0" i="0" sz="3200" u="none" cap="none" strike="noStrike">
                <a:solidFill>
                  <a:schemeClr val="dk1"/>
                </a:solidFill>
                <a:latin typeface="Verdana"/>
                <a:ea typeface="Verdana"/>
                <a:cs typeface="Verdana"/>
                <a:sym typeface="Verdana"/>
              </a:defRPr>
            </a:lvl3pPr>
            <a:lvl4pPr indent="-397954" lvl="3" marL="1828800" marR="0" rtl="0" algn="l">
              <a:lnSpc>
                <a:spcPct val="100000"/>
              </a:lnSpc>
              <a:spcBef>
                <a:spcPts val="533"/>
              </a:spcBef>
              <a:spcAft>
                <a:spcPts val="0"/>
              </a:spcAft>
              <a:buClr>
                <a:schemeClr val="dk1"/>
              </a:buClr>
              <a:buSzPts val="2667"/>
              <a:buFont typeface="Arial"/>
              <a:buChar char="–"/>
              <a:defRPr b="0" i="0" sz="2667" u="none" cap="none" strike="noStrike">
                <a:solidFill>
                  <a:schemeClr val="dk1"/>
                </a:solidFill>
                <a:latin typeface="Verdana"/>
                <a:ea typeface="Verdana"/>
                <a:cs typeface="Verdana"/>
                <a:sym typeface="Verdana"/>
              </a:defRPr>
            </a:lvl4pPr>
            <a:lvl5pPr indent="-397954" lvl="4" marL="2286000" marR="0" rtl="0" algn="l">
              <a:lnSpc>
                <a:spcPct val="100000"/>
              </a:lnSpc>
              <a:spcBef>
                <a:spcPts val="533"/>
              </a:spcBef>
              <a:spcAft>
                <a:spcPts val="0"/>
              </a:spcAft>
              <a:buClr>
                <a:schemeClr val="dk1"/>
              </a:buClr>
              <a:buSzPts val="2667"/>
              <a:buFont typeface="Arial"/>
              <a:buChar char="»"/>
              <a:defRPr b="0" i="0" sz="2667" u="none" cap="none" strike="noStrike">
                <a:solidFill>
                  <a:schemeClr val="dk1"/>
                </a:solidFill>
                <a:latin typeface="Verdana"/>
                <a:ea typeface="Verdana"/>
                <a:cs typeface="Verdana"/>
                <a:sym typeface="Verdana"/>
              </a:defRPr>
            </a:lvl5pPr>
            <a:lvl6pPr indent="-397954" lvl="5" marL="2743200" marR="0" rtl="0" algn="l">
              <a:lnSpc>
                <a:spcPct val="100000"/>
              </a:lnSpc>
              <a:spcBef>
                <a:spcPts val="533"/>
              </a:spcBef>
              <a:spcAft>
                <a:spcPts val="0"/>
              </a:spcAft>
              <a:buClr>
                <a:schemeClr val="dk1"/>
              </a:buClr>
              <a:buSzPts val="2667"/>
              <a:buFont typeface="Arial"/>
              <a:buChar char="•"/>
              <a:defRPr b="0" i="0" sz="2667" u="none" cap="none" strike="noStrike">
                <a:solidFill>
                  <a:schemeClr val="dk1"/>
                </a:solidFill>
                <a:latin typeface="Verdana"/>
                <a:ea typeface="Verdana"/>
                <a:cs typeface="Verdana"/>
                <a:sym typeface="Verdana"/>
              </a:defRPr>
            </a:lvl6pPr>
            <a:lvl7pPr indent="-397954" lvl="6" marL="3200400" marR="0" rtl="0" algn="l">
              <a:lnSpc>
                <a:spcPct val="100000"/>
              </a:lnSpc>
              <a:spcBef>
                <a:spcPts val="533"/>
              </a:spcBef>
              <a:spcAft>
                <a:spcPts val="0"/>
              </a:spcAft>
              <a:buClr>
                <a:schemeClr val="dk1"/>
              </a:buClr>
              <a:buSzPts val="2667"/>
              <a:buFont typeface="Arial"/>
              <a:buChar char="•"/>
              <a:defRPr b="0" i="0" sz="2667" u="none" cap="none" strike="noStrike">
                <a:solidFill>
                  <a:schemeClr val="dk1"/>
                </a:solidFill>
                <a:latin typeface="Verdana"/>
                <a:ea typeface="Verdana"/>
                <a:cs typeface="Verdana"/>
                <a:sym typeface="Verdana"/>
              </a:defRPr>
            </a:lvl7pPr>
            <a:lvl8pPr indent="-397954" lvl="7" marL="3657600" marR="0" rtl="0" algn="l">
              <a:lnSpc>
                <a:spcPct val="100000"/>
              </a:lnSpc>
              <a:spcBef>
                <a:spcPts val="533"/>
              </a:spcBef>
              <a:spcAft>
                <a:spcPts val="0"/>
              </a:spcAft>
              <a:buClr>
                <a:schemeClr val="dk1"/>
              </a:buClr>
              <a:buSzPts val="2667"/>
              <a:buFont typeface="Arial"/>
              <a:buChar char="•"/>
              <a:defRPr b="0" i="0" sz="2667" u="none" cap="none" strike="noStrike">
                <a:solidFill>
                  <a:schemeClr val="dk1"/>
                </a:solidFill>
                <a:latin typeface="Verdana"/>
                <a:ea typeface="Verdana"/>
                <a:cs typeface="Verdana"/>
                <a:sym typeface="Verdana"/>
              </a:defRPr>
            </a:lvl8pPr>
            <a:lvl9pPr indent="-397954" lvl="8" marL="4114800" marR="0" rtl="0" algn="l">
              <a:lnSpc>
                <a:spcPct val="100000"/>
              </a:lnSpc>
              <a:spcBef>
                <a:spcPts val="533"/>
              </a:spcBef>
              <a:spcAft>
                <a:spcPts val="0"/>
              </a:spcAft>
              <a:buClr>
                <a:schemeClr val="dk1"/>
              </a:buClr>
              <a:buSzPts val="2667"/>
              <a:buFont typeface="Arial"/>
              <a:buChar char="•"/>
              <a:defRPr b="0" i="0" sz="2667" u="none" cap="none" strike="noStrike">
                <a:solidFill>
                  <a:schemeClr val="dk1"/>
                </a:solidFill>
                <a:latin typeface="Verdana"/>
                <a:ea typeface="Verdana"/>
                <a:cs typeface="Verdana"/>
                <a:sym typeface="Verdana"/>
              </a:defRPr>
            </a:lvl9pPr>
          </a:lstStyle>
          <a:p/>
        </p:txBody>
      </p:sp>
      <p:sp>
        <p:nvSpPr>
          <p:cNvPr id="17" name="Google Shape;17;p11"/>
          <p:cNvSpPr txBox="1"/>
          <p:nvPr>
            <p:ph idx="2" type="body"/>
          </p:nvPr>
        </p:nvSpPr>
        <p:spPr>
          <a:xfrm>
            <a:off x="1127448" y="1834751"/>
            <a:ext cx="9254832" cy="4521600"/>
          </a:xfrm>
          <a:prstGeom prst="rect">
            <a:avLst/>
          </a:prstGeom>
          <a:noFill/>
          <a:ln>
            <a:noFill/>
          </a:ln>
        </p:spPr>
        <p:txBody>
          <a:bodyPr anchorCtr="0" anchor="t" bIns="45700" lIns="91425" spcFirstLastPara="1" rIns="91425" wrap="square" tIns="45700">
            <a:noAutofit/>
          </a:bodyPr>
          <a:lstStyle>
            <a:lvl1pPr indent="-321754" lvl="0" marL="457200" marR="0" rtl="0" algn="l">
              <a:lnSpc>
                <a:spcPct val="120000"/>
              </a:lnSpc>
              <a:spcBef>
                <a:spcPts val="1067"/>
              </a:spcBef>
              <a:spcAft>
                <a:spcPts val="0"/>
              </a:spcAft>
              <a:buClr>
                <a:schemeClr val="accent1"/>
              </a:buClr>
              <a:buSzPts val="1467"/>
              <a:buFont typeface="Arial"/>
              <a:buChar char="•"/>
              <a:defRPr b="0" i="0" sz="1467" u="none" cap="none" strike="noStrike">
                <a:solidFill>
                  <a:schemeClr val="dk1"/>
                </a:solidFill>
                <a:latin typeface="Verdana"/>
                <a:ea typeface="Verdana"/>
                <a:cs typeface="Verdana"/>
                <a:sym typeface="Verdana"/>
              </a:defRPr>
            </a:lvl1pPr>
            <a:lvl2pPr indent="-330200" lvl="1" marL="914400" marR="0" rtl="0" algn="l">
              <a:lnSpc>
                <a:spcPct val="120000"/>
              </a:lnSpc>
              <a:spcBef>
                <a:spcPts val="1067"/>
              </a:spcBef>
              <a:spcAft>
                <a:spcPts val="0"/>
              </a:spcAft>
              <a:buClr>
                <a:schemeClr val="accent1"/>
              </a:buClr>
              <a:buSzPts val="1600"/>
              <a:buFont typeface="Arial"/>
              <a:buChar char="–"/>
              <a:defRPr b="0" i="0" sz="1600" u="none" cap="none" strike="noStrike">
                <a:solidFill>
                  <a:schemeClr val="dk1"/>
                </a:solidFill>
                <a:latin typeface="Verdana"/>
                <a:ea typeface="Verdana"/>
                <a:cs typeface="Verdana"/>
                <a:sym typeface="Verdana"/>
              </a:defRPr>
            </a:lvl2pPr>
            <a:lvl3pPr indent="-330200" lvl="2" marL="1371600" marR="0" rtl="0" algn="l">
              <a:lnSpc>
                <a:spcPct val="120000"/>
              </a:lnSpc>
              <a:spcBef>
                <a:spcPts val="1067"/>
              </a:spcBef>
              <a:spcAft>
                <a:spcPts val="0"/>
              </a:spcAft>
              <a:buClr>
                <a:schemeClr val="accent1"/>
              </a:buClr>
              <a:buSzPts val="1600"/>
              <a:buFont typeface="Arial"/>
              <a:buChar char="•"/>
              <a:defRPr b="0" i="0" sz="1600" u="none" cap="none" strike="noStrike">
                <a:solidFill>
                  <a:schemeClr val="dk1"/>
                </a:solidFill>
                <a:latin typeface="Verdana"/>
                <a:ea typeface="Verdana"/>
                <a:cs typeface="Verdana"/>
                <a:sym typeface="Verdana"/>
              </a:defRPr>
            </a:lvl3pPr>
            <a:lvl4pPr indent="-330200" lvl="3" marL="1828800" marR="0" rtl="0" algn="l">
              <a:lnSpc>
                <a:spcPct val="120000"/>
              </a:lnSpc>
              <a:spcBef>
                <a:spcPts val="1067"/>
              </a:spcBef>
              <a:spcAft>
                <a:spcPts val="0"/>
              </a:spcAft>
              <a:buClr>
                <a:schemeClr val="accent1"/>
              </a:buClr>
              <a:buSzPts val="1600"/>
              <a:buFont typeface="Arial"/>
              <a:buChar char="–"/>
              <a:defRPr b="0" i="0" sz="1600" u="none" cap="none" strike="noStrike">
                <a:solidFill>
                  <a:schemeClr val="dk1"/>
                </a:solidFill>
                <a:latin typeface="Verdana"/>
                <a:ea typeface="Verdana"/>
                <a:cs typeface="Verdana"/>
                <a:sym typeface="Verdana"/>
              </a:defRPr>
            </a:lvl4pPr>
            <a:lvl5pPr indent="-330200" lvl="4" marL="2286000" marR="0" rtl="0" algn="l">
              <a:lnSpc>
                <a:spcPct val="120000"/>
              </a:lnSpc>
              <a:spcBef>
                <a:spcPts val="1067"/>
              </a:spcBef>
              <a:spcAft>
                <a:spcPts val="0"/>
              </a:spcAft>
              <a:buClr>
                <a:schemeClr val="accent1"/>
              </a:buClr>
              <a:buSzPts val="1600"/>
              <a:buFont typeface="Arial"/>
              <a:buChar char="»"/>
              <a:defRPr b="0" i="0" sz="1600" u="none" cap="none" strike="noStrike">
                <a:solidFill>
                  <a:schemeClr val="dk1"/>
                </a:solidFill>
                <a:latin typeface="Verdana"/>
                <a:ea typeface="Verdana"/>
                <a:cs typeface="Verdana"/>
                <a:sym typeface="Verdana"/>
              </a:defRPr>
            </a:lvl5pPr>
            <a:lvl6pPr indent="-397954" lvl="5" marL="2743200" marR="0" rtl="0" algn="l">
              <a:lnSpc>
                <a:spcPct val="100000"/>
              </a:lnSpc>
              <a:spcBef>
                <a:spcPts val="533"/>
              </a:spcBef>
              <a:spcAft>
                <a:spcPts val="0"/>
              </a:spcAft>
              <a:buClr>
                <a:schemeClr val="dk1"/>
              </a:buClr>
              <a:buSzPts val="2667"/>
              <a:buFont typeface="Arial"/>
              <a:buChar char="•"/>
              <a:defRPr b="0" i="0" sz="2667" u="none" cap="none" strike="noStrike">
                <a:solidFill>
                  <a:schemeClr val="dk1"/>
                </a:solidFill>
                <a:latin typeface="Verdana"/>
                <a:ea typeface="Verdana"/>
                <a:cs typeface="Verdana"/>
                <a:sym typeface="Verdana"/>
              </a:defRPr>
            </a:lvl6pPr>
            <a:lvl7pPr indent="-397954" lvl="6" marL="3200400" marR="0" rtl="0" algn="l">
              <a:lnSpc>
                <a:spcPct val="100000"/>
              </a:lnSpc>
              <a:spcBef>
                <a:spcPts val="533"/>
              </a:spcBef>
              <a:spcAft>
                <a:spcPts val="0"/>
              </a:spcAft>
              <a:buClr>
                <a:schemeClr val="dk1"/>
              </a:buClr>
              <a:buSzPts val="2667"/>
              <a:buFont typeface="Arial"/>
              <a:buChar char="•"/>
              <a:defRPr b="0" i="0" sz="2667" u="none" cap="none" strike="noStrike">
                <a:solidFill>
                  <a:schemeClr val="dk1"/>
                </a:solidFill>
                <a:latin typeface="Verdana"/>
                <a:ea typeface="Verdana"/>
                <a:cs typeface="Verdana"/>
                <a:sym typeface="Verdana"/>
              </a:defRPr>
            </a:lvl7pPr>
            <a:lvl8pPr indent="-397954" lvl="7" marL="3657600" marR="0" rtl="0" algn="l">
              <a:lnSpc>
                <a:spcPct val="100000"/>
              </a:lnSpc>
              <a:spcBef>
                <a:spcPts val="533"/>
              </a:spcBef>
              <a:spcAft>
                <a:spcPts val="0"/>
              </a:spcAft>
              <a:buClr>
                <a:schemeClr val="dk1"/>
              </a:buClr>
              <a:buSzPts val="2667"/>
              <a:buFont typeface="Arial"/>
              <a:buChar char="•"/>
              <a:defRPr b="0" i="0" sz="2667" u="none" cap="none" strike="noStrike">
                <a:solidFill>
                  <a:schemeClr val="dk1"/>
                </a:solidFill>
                <a:latin typeface="Verdana"/>
                <a:ea typeface="Verdana"/>
                <a:cs typeface="Verdana"/>
                <a:sym typeface="Verdana"/>
              </a:defRPr>
            </a:lvl8pPr>
            <a:lvl9pPr indent="-397954" lvl="8" marL="4114800" marR="0" rtl="0" algn="l">
              <a:lnSpc>
                <a:spcPct val="100000"/>
              </a:lnSpc>
              <a:spcBef>
                <a:spcPts val="533"/>
              </a:spcBef>
              <a:spcAft>
                <a:spcPts val="0"/>
              </a:spcAft>
              <a:buClr>
                <a:schemeClr val="dk1"/>
              </a:buClr>
              <a:buSzPts val="2667"/>
              <a:buFont typeface="Arial"/>
              <a:buChar char="•"/>
              <a:defRPr b="0" i="0" sz="2667" u="none" cap="none" strike="noStrike">
                <a:solidFill>
                  <a:schemeClr val="dk1"/>
                </a:solidFill>
                <a:latin typeface="Verdana"/>
                <a:ea typeface="Verdana"/>
                <a:cs typeface="Verdana"/>
                <a:sym typeface="Verdana"/>
              </a:defRPr>
            </a:lvl9pPr>
          </a:lstStyle>
          <a:p/>
        </p:txBody>
      </p:sp>
      <p:sp>
        <p:nvSpPr>
          <p:cNvPr id="18" name="Google Shape;18;p11"/>
          <p:cNvSpPr txBox="1"/>
          <p:nvPr>
            <p:ph idx="3" type="body"/>
          </p:nvPr>
        </p:nvSpPr>
        <p:spPr>
          <a:xfrm>
            <a:off x="1126884" y="1380787"/>
            <a:ext cx="9255382" cy="392029"/>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20000"/>
              </a:lnSpc>
              <a:spcBef>
                <a:spcPts val="0"/>
              </a:spcBef>
              <a:spcAft>
                <a:spcPts val="0"/>
              </a:spcAft>
              <a:buClr>
                <a:srgbClr val="0A4FA3"/>
              </a:buClr>
              <a:buSzPts val="1600"/>
              <a:buFont typeface="Arial"/>
              <a:buNone/>
              <a:defRPr b="0" i="0" sz="1600" u="none" cap="none" strike="noStrike">
                <a:solidFill>
                  <a:srgbClr val="0A4FA3"/>
                </a:solidFill>
                <a:latin typeface="Verdana"/>
                <a:ea typeface="Verdana"/>
                <a:cs typeface="Verdana"/>
                <a:sym typeface="Verdana"/>
              </a:defRPr>
            </a:lvl1pPr>
            <a:lvl2pPr indent="-465645" lvl="1" marL="914400" marR="0" rtl="0" algn="l">
              <a:lnSpc>
                <a:spcPct val="100000"/>
              </a:lnSpc>
              <a:spcBef>
                <a:spcPts val="747"/>
              </a:spcBef>
              <a:spcAft>
                <a:spcPts val="0"/>
              </a:spcAft>
              <a:buClr>
                <a:schemeClr val="dk1"/>
              </a:buClr>
              <a:buSzPts val="3733"/>
              <a:buFont typeface="Arial"/>
              <a:buChar char="–"/>
              <a:defRPr b="0" i="0" sz="3733" u="none" cap="none" strike="noStrike">
                <a:solidFill>
                  <a:schemeClr val="dk1"/>
                </a:solidFill>
                <a:latin typeface="Verdana"/>
                <a:ea typeface="Verdana"/>
                <a:cs typeface="Verdana"/>
                <a:sym typeface="Verdana"/>
              </a:defRPr>
            </a:lvl2pPr>
            <a:lvl3pPr indent="-431800" lvl="2" marL="1371600" marR="0" rtl="0" algn="l">
              <a:lnSpc>
                <a:spcPct val="100000"/>
              </a:lnSpc>
              <a:spcBef>
                <a:spcPts val="640"/>
              </a:spcBef>
              <a:spcAft>
                <a:spcPts val="0"/>
              </a:spcAft>
              <a:buClr>
                <a:schemeClr val="dk1"/>
              </a:buClr>
              <a:buSzPts val="3200"/>
              <a:buFont typeface="Arial"/>
              <a:buChar char="•"/>
              <a:defRPr b="0" i="0" sz="3200" u="none" cap="none" strike="noStrike">
                <a:solidFill>
                  <a:schemeClr val="dk1"/>
                </a:solidFill>
                <a:latin typeface="Verdana"/>
                <a:ea typeface="Verdana"/>
                <a:cs typeface="Verdana"/>
                <a:sym typeface="Verdana"/>
              </a:defRPr>
            </a:lvl3pPr>
            <a:lvl4pPr indent="-397954" lvl="3" marL="1828800" marR="0" rtl="0" algn="l">
              <a:lnSpc>
                <a:spcPct val="100000"/>
              </a:lnSpc>
              <a:spcBef>
                <a:spcPts val="533"/>
              </a:spcBef>
              <a:spcAft>
                <a:spcPts val="0"/>
              </a:spcAft>
              <a:buClr>
                <a:schemeClr val="dk1"/>
              </a:buClr>
              <a:buSzPts val="2667"/>
              <a:buFont typeface="Arial"/>
              <a:buChar char="–"/>
              <a:defRPr b="0" i="0" sz="2667" u="none" cap="none" strike="noStrike">
                <a:solidFill>
                  <a:schemeClr val="dk1"/>
                </a:solidFill>
                <a:latin typeface="Verdana"/>
                <a:ea typeface="Verdana"/>
                <a:cs typeface="Verdana"/>
                <a:sym typeface="Verdana"/>
              </a:defRPr>
            </a:lvl4pPr>
            <a:lvl5pPr indent="-397954" lvl="4" marL="2286000" marR="0" rtl="0" algn="l">
              <a:lnSpc>
                <a:spcPct val="100000"/>
              </a:lnSpc>
              <a:spcBef>
                <a:spcPts val="533"/>
              </a:spcBef>
              <a:spcAft>
                <a:spcPts val="0"/>
              </a:spcAft>
              <a:buClr>
                <a:schemeClr val="dk1"/>
              </a:buClr>
              <a:buSzPts val="2667"/>
              <a:buFont typeface="Arial"/>
              <a:buChar char="»"/>
              <a:defRPr b="0" i="0" sz="2667" u="none" cap="none" strike="noStrike">
                <a:solidFill>
                  <a:schemeClr val="dk1"/>
                </a:solidFill>
                <a:latin typeface="Verdana"/>
                <a:ea typeface="Verdana"/>
                <a:cs typeface="Verdana"/>
                <a:sym typeface="Verdana"/>
              </a:defRPr>
            </a:lvl5pPr>
            <a:lvl6pPr indent="-397954" lvl="5" marL="2743200" marR="0" rtl="0" algn="l">
              <a:lnSpc>
                <a:spcPct val="100000"/>
              </a:lnSpc>
              <a:spcBef>
                <a:spcPts val="533"/>
              </a:spcBef>
              <a:spcAft>
                <a:spcPts val="0"/>
              </a:spcAft>
              <a:buClr>
                <a:schemeClr val="dk1"/>
              </a:buClr>
              <a:buSzPts val="2667"/>
              <a:buFont typeface="Arial"/>
              <a:buChar char="•"/>
              <a:defRPr b="0" i="0" sz="2667" u="none" cap="none" strike="noStrike">
                <a:solidFill>
                  <a:schemeClr val="dk1"/>
                </a:solidFill>
                <a:latin typeface="Verdana"/>
                <a:ea typeface="Verdana"/>
                <a:cs typeface="Verdana"/>
                <a:sym typeface="Verdana"/>
              </a:defRPr>
            </a:lvl6pPr>
            <a:lvl7pPr indent="-397954" lvl="6" marL="3200400" marR="0" rtl="0" algn="l">
              <a:lnSpc>
                <a:spcPct val="100000"/>
              </a:lnSpc>
              <a:spcBef>
                <a:spcPts val="533"/>
              </a:spcBef>
              <a:spcAft>
                <a:spcPts val="0"/>
              </a:spcAft>
              <a:buClr>
                <a:schemeClr val="dk1"/>
              </a:buClr>
              <a:buSzPts val="2667"/>
              <a:buFont typeface="Arial"/>
              <a:buChar char="•"/>
              <a:defRPr b="0" i="0" sz="2667" u="none" cap="none" strike="noStrike">
                <a:solidFill>
                  <a:schemeClr val="dk1"/>
                </a:solidFill>
                <a:latin typeface="Verdana"/>
                <a:ea typeface="Verdana"/>
                <a:cs typeface="Verdana"/>
                <a:sym typeface="Verdana"/>
              </a:defRPr>
            </a:lvl7pPr>
            <a:lvl8pPr indent="-397954" lvl="7" marL="3657600" marR="0" rtl="0" algn="l">
              <a:lnSpc>
                <a:spcPct val="100000"/>
              </a:lnSpc>
              <a:spcBef>
                <a:spcPts val="533"/>
              </a:spcBef>
              <a:spcAft>
                <a:spcPts val="0"/>
              </a:spcAft>
              <a:buClr>
                <a:schemeClr val="dk1"/>
              </a:buClr>
              <a:buSzPts val="2667"/>
              <a:buFont typeface="Arial"/>
              <a:buChar char="•"/>
              <a:defRPr b="0" i="0" sz="2667" u="none" cap="none" strike="noStrike">
                <a:solidFill>
                  <a:schemeClr val="dk1"/>
                </a:solidFill>
                <a:latin typeface="Verdana"/>
                <a:ea typeface="Verdana"/>
                <a:cs typeface="Verdana"/>
                <a:sym typeface="Verdana"/>
              </a:defRPr>
            </a:lvl8pPr>
            <a:lvl9pPr indent="-397954" lvl="8" marL="4114800" marR="0" rtl="0" algn="l">
              <a:lnSpc>
                <a:spcPct val="100000"/>
              </a:lnSpc>
              <a:spcBef>
                <a:spcPts val="533"/>
              </a:spcBef>
              <a:spcAft>
                <a:spcPts val="0"/>
              </a:spcAft>
              <a:buClr>
                <a:schemeClr val="dk1"/>
              </a:buClr>
              <a:buSzPts val="2667"/>
              <a:buFont typeface="Arial"/>
              <a:buChar char="•"/>
              <a:defRPr b="0" i="0" sz="2667" u="none" cap="none" strike="noStrike">
                <a:solidFill>
                  <a:schemeClr val="dk1"/>
                </a:solidFill>
                <a:latin typeface="Verdana"/>
                <a:ea typeface="Verdana"/>
                <a:cs typeface="Verdana"/>
                <a:sym typeface="Verdana"/>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ogo - Final Slide 2">
  <p:cSld name="Logo - Final Slide 2">
    <p:spTree>
      <p:nvGrpSpPr>
        <p:cNvPr id="19" name="Shape 19"/>
        <p:cNvGrpSpPr/>
        <p:nvPr/>
      </p:nvGrpSpPr>
      <p:grpSpPr>
        <a:xfrm>
          <a:off x="0" y="0"/>
          <a:ext cx="0" cy="0"/>
          <a:chOff x="0" y="0"/>
          <a:chExt cx="0" cy="0"/>
        </a:xfrm>
      </p:grpSpPr>
      <p:pic>
        <p:nvPicPr>
          <p:cNvPr descr="Untitled-1-02.png" id="20" name="Google Shape;20;p44"/>
          <p:cNvPicPr preferRelativeResize="0"/>
          <p:nvPr/>
        </p:nvPicPr>
        <p:blipFill rotWithShape="1">
          <a:blip r:embed="rId2">
            <a:alphaModFix/>
          </a:blip>
          <a:srcRect b="0" l="0" r="0" t="0"/>
          <a:stretch/>
        </p:blipFill>
        <p:spPr>
          <a:xfrm>
            <a:off x="-1" y="-27384"/>
            <a:ext cx="12216681" cy="6885384"/>
          </a:xfrm>
          <a:prstGeom prst="rect">
            <a:avLst/>
          </a:prstGeom>
          <a:noFill/>
          <a:ln>
            <a:noFill/>
          </a:ln>
        </p:spPr>
      </p:pic>
      <p:pic>
        <p:nvPicPr>
          <p:cNvPr descr="Untitled-1-10-08.png" id="21" name="Google Shape;21;p44"/>
          <p:cNvPicPr preferRelativeResize="0"/>
          <p:nvPr/>
        </p:nvPicPr>
        <p:blipFill rotWithShape="1">
          <a:blip r:embed="rId3">
            <a:alphaModFix/>
          </a:blip>
          <a:srcRect b="18749" l="7219" r="60465" t="11458"/>
          <a:stretch/>
        </p:blipFill>
        <p:spPr>
          <a:xfrm>
            <a:off x="5303912" y="2276872"/>
            <a:ext cx="1705060" cy="2071702"/>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xt Layout w/ Numbers">
  <p:cSld name="Text Layout w/ Numbers">
    <p:spTree>
      <p:nvGrpSpPr>
        <p:cNvPr id="22" name="Shape 22"/>
        <p:cNvGrpSpPr/>
        <p:nvPr/>
      </p:nvGrpSpPr>
      <p:grpSpPr>
        <a:xfrm>
          <a:off x="0" y="0"/>
          <a:ext cx="0" cy="0"/>
          <a:chOff x="0" y="0"/>
          <a:chExt cx="0" cy="0"/>
        </a:xfrm>
      </p:grpSpPr>
      <p:sp>
        <p:nvSpPr>
          <p:cNvPr id="23" name="Google Shape;23;p26"/>
          <p:cNvSpPr txBox="1"/>
          <p:nvPr>
            <p:ph idx="1" type="body"/>
          </p:nvPr>
        </p:nvSpPr>
        <p:spPr>
          <a:xfrm>
            <a:off x="1126884" y="548680"/>
            <a:ext cx="9255382" cy="604400"/>
          </a:xfrm>
          <a:prstGeom prst="rect">
            <a:avLst/>
          </a:prstGeom>
          <a:noFill/>
          <a:ln>
            <a:noFill/>
          </a:ln>
        </p:spPr>
        <p:txBody>
          <a:bodyPr anchorCtr="0" anchor="ctr" bIns="45700" lIns="91425" spcFirstLastPara="1" rIns="91425" wrap="square" tIns="45700">
            <a:noAutofit/>
          </a:bodyPr>
          <a:lstStyle>
            <a:lvl1pPr indent="-228600" lvl="0" marL="457200" marR="0" rtl="0" algn="l">
              <a:lnSpc>
                <a:spcPct val="100000"/>
              </a:lnSpc>
              <a:spcBef>
                <a:spcPts val="0"/>
              </a:spcBef>
              <a:spcAft>
                <a:spcPts val="0"/>
              </a:spcAft>
              <a:buClr>
                <a:schemeClr val="lt1"/>
              </a:buClr>
              <a:buSzPts val="2933"/>
              <a:buFont typeface="Arial"/>
              <a:buNone/>
              <a:defRPr b="1" i="0" sz="2933" u="none" cap="none" strike="noStrike">
                <a:solidFill>
                  <a:schemeClr val="lt1"/>
                </a:solidFill>
                <a:latin typeface="Verdana"/>
                <a:ea typeface="Verdana"/>
                <a:cs typeface="Verdana"/>
                <a:sym typeface="Verdana"/>
              </a:defRPr>
            </a:lvl1pPr>
            <a:lvl2pPr indent="-465645" lvl="1" marL="914400" marR="0" rtl="0" algn="l">
              <a:lnSpc>
                <a:spcPct val="100000"/>
              </a:lnSpc>
              <a:spcBef>
                <a:spcPts val="747"/>
              </a:spcBef>
              <a:spcAft>
                <a:spcPts val="0"/>
              </a:spcAft>
              <a:buClr>
                <a:schemeClr val="dk1"/>
              </a:buClr>
              <a:buSzPts val="3733"/>
              <a:buFont typeface="Arial"/>
              <a:buChar char="–"/>
              <a:defRPr b="0" i="0" sz="3733" u="none" cap="none" strike="noStrike">
                <a:solidFill>
                  <a:schemeClr val="dk1"/>
                </a:solidFill>
                <a:latin typeface="Verdana"/>
                <a:ea typeface="Verdana"/>
                <a:cs typeface="Verdana"/>
                <a:sym typeface="Verdana"/>
              </a:defRPr>
            </a:lvl2pPr>
            <a:lvl3pPr indent="-431800" lvl="2" marL="1371600" marR="0" rtl="0" algn="l">
              <a:lnSpc>
                <a:spcPct val="100000"/>
              </a:lnSpc>
              <a:spcBef>
                <a:spcPts val="640"/>
              </a:spcBef>
              <a:spcAft>
                <a:spcPts val="0"/>
              </a:spcAft>
              <a:buClr>
                <a:schemeClr val="dk1"/>
              </a:buClr>
              <a:buSzPts val="3200"/>
              <a:buFont typeface="Arial"/>
              <a:buChar char="•"/>
              <a:defRPr b="0" i="0" sz="3200" u="none" cap="none" strike="noStrike">
                <a:solidFill>
                  <a:schemeClr val="dk1"/>
                </a:solidFill>
                <a:latin typeface="Verdana"/>
                <a:ea typeface="Verdana"/>
                <a:cs typeface="Verdana"/>
                <a:sym typeface="Verdana"/>
              </a:defRPr>
            </a:lvl3pPr>
            <a:lvl4pPr indent="-397954" lvl="3" marL="1828800" marR="0" rtl="0" algn="l">
              <a:lnSpc>
                <a:spcPct val="100000"/>
              </a:lnSpc>
              <a:spcBef>
                <a:spcPts val="533"/>
              </a:spcBef>
              <a:spcAft>
                <a:spcPts val="0"/>
              </a:spcAft>
              <a:buClr>
                <a:schemeClr val="dk1"/>
              </a:buClr>
              <a:buSzPts val="2667"/>
              <a:buFont typeface="Arial"/>
              <a:buChar char="–"/>
              <a:defRPr b="0" i="0" sz="2667" u="none" cap="none" strike="noStrike">
                <a:solidFill>
                  <a:schemeClr val="dk1"/>
                </a:solidFill>
                <a:latin typeface="Verdana"/>
                <a:ea typeface="Verdana"/>
                <a:cs typeface="Verdana"/>
                <a:sym typeface="Verdana"/>
              </a:defRPr>
            </a:lvl4pPr>
            <a:lvl5pPr indent="-397954" lvl="4" marL="2286000" marR="0" rtl="0" algn="l">
              <a:lnSpc>
                <a:spcPct val="100000"/>
              </a:lnSpc>
              <a:spcBef>
                <a:spcPts val="533"/>
              </a:spcBef>
              <a:spcAft>
                <a:spcPts val="0"/>
              </a:spcAft>
              <a:buClr>
                <a:schemeClr val="dk1"/>
              </a:buClr>
              <a:buSzPts val="2667"/>
              <a:buFont typeface="Arial"/>
              <a:buChar char="»"/>
              <a:defRPr b="0" i="0" sz="2667" u="none" cap="none" strike="noStrike">
                <a:solidFill>
                  <a:schemeClr val="dk1"/>
                </a:solidFill>
                <a:latin typeface="Verdana"/>
                <a:ea typeface="Verdana"/>
                <a:cs typeface="Verdana"/>
                <a:sym typeface="Verdana"/>
              </a:defRPr>
            </a:lvl5pPr>
            <a:lvl6pPr indent="-397954" lvl="5" marL="2743200" marR="0" rtl="0" algn="l">
              <a:lnSpc>
                <a:spcPct val="100000"/>
              </a:lnSpc>
              <a:spcBef>
                <a:spcPts val="533"/>
              </a:spcBef>
              <a:spcAft>
                <a:spcPts val="0"/>
              </a:spcAft>
              <a:buClr>
                <a:schemeClr val="dk1"/>
              </a:buClr>
              <a:buSzPts val="2667"/>
              <a:buFont typeface="Arial"/>
              <a:buChar char="•"/>
              <a:defRPr b="0" i="0" sz="2667" u="none" cap="none" strike="noStrike">
                <a:solidFill>
                  <a:schemeClr val="dk1"/>
                </a:solidFill>
                <a:latin typeface="Verdana"/>
                <a:ea typeface="Verdana"/>
                <a:cs typeface="Verdana"/>
                <a:sym typeface="Verdana"/>
              </a:defRPr>
            </a:lvl6pPr>
            <a:lvl7pPr indent="-397954" lvl="6" marL="3200400" marR="0" rtl="0" algn="l">
              <a:lnSpc>
                <a:spcPct val="100000"/>
              </a:lnSpc>
              <a:spcBef>
                <a:spcPts val="533"/>
              </a:spcBef>
              <a:spcAft>
                <a:spcPts val="0"/>
              </a:spcAft>
              <a:buClr>
                <a:schemeClr val="dk1"/>
              </a:buClr>
              <a:buSzPts val="2667"/>
              <a:buFont typeface="Arial"/>
              <a:buChar char="•"/>
              <a:defRPr b="0" i="0" sz="2667" u="none" cap="none" strike="noStrike">
                <a:solidFill>
                  <a:schemeClr val="dk1"/>
                </a:solidFill>
                <a:latin typeface="Verdana"/>
                <a:ea typeface="Verdana"/>
                <a:cs typeface="Verdana"/>
                <a:sym typeface="Verdana"/>
              </a:defRPr>
            </a:lvl7pPr>
            <a:lvl8pPr indent="-397954" lvl="7" marL="3657600" marR="0" rtl="0" algn="l">
              <a:lnSpc>
                <a:spcPct val="100000"/>
              </a:lnSpc>
              <a:spcBef>
                <a:spcPts val="533"/>
              </a:spcBef>
              <a:spcAft>
                <a:spcPts val="0"/>
              </a:spcAft>
              <a:buClr>
                <a:schemeClr val="dk1"/>
              </a:buClr>
              <a:buSzPts val="2667"/>
              <a:buFont typeface="Arial"/>
              <a:buChar char="•"/>
              <a:defRPr b="0" i="0" sz="2667" u="none" cap="none" strike="noStrike">
                <a:solidFill>
                  <a:schemeClr val="dk1"/>
                </a:solidFill>
                <a:latin typeface="Verdana"/>
                <a:ea typeface="Verdana"/>
                <a:cs typeface="Verdana"/>
                <a:sym typeface="Verdana"/>
              </a:defRPr>
            </a:lvl8pPr>
            <a:lvl9pPr indent="-397954" lvl="8" marL="4114800" marR="0" rtl="0" algn="l">
              <a:lnSpc>
                <a:spcPct val="100000"/>
              </a:lnSpc>
              <a:spcBef>
                <a:spcPts val="533"/>
              </a:spcBef>
              <a:spcAft>
                <a:spcPts val="0"/>
              </a:spcAft>
              <a:buClr>
                <a:schemeClr val="dk1"/>
              </a:buClr>
              <a:buSzPts val="2667"/>
              <a:buFont typeface="Arial"/>
              <a:buChar char="•"/>
              <a:defRPr b="0" i="0" sz="2667" u="none" cap="none" strike="noStrike">
                <a:solidFill>
                  <a:schemeClr val="dk1"/>
                </a:solidFill>
                <a:latin typeface="Verdana"/>
                <a:ea typeface="Verdana"/>
                <a:cs typeface="Verdana"/>
                <a:sym typeface="Verdana"/>
              </a:defRPr>
            </a:lvl9pPr>
          </a:lstStyle>
          <a:p/>
        </p:txBody>
      </p:sp>
      <p:sp>
        <p:nvSpPr>
          <p:cNvPr id="24" name="Google Shape;24;p26"/>
          <p:cNvSpPr txBox="1"/>
          <p:nvPr>
            <p:ph idx="2" type="body"/>
          </p:nvPr>
        </p:nvSpPr>
        <p:spPr>
          <a:xfrm>
            <a:off x="1127448" y="1834751"/>
            <a:ext cx="9254832" cy="4521600"/>
          </a:xfrm>
          <a:prstGeom prst="rect">
            <a:avLst/>
          </a:prstGeom>
          <a:noFill/>
          <a:ln>
            <a:noFill/>
          </a:ln>
        </p:spPr>
        <p:txBody>
          <a:bodyPr anchorCtr="0" anchor="t" bIns="45700" lIns="91425" spcFirstLastPara="1" rIns="91425" wrap="square" tIns="45700">
            <a:noAutofit/>
          </a:bodyPr>
          <a:lstStyle>
            <a:lvl1pPr indent="-321754" lvl="0" marL="457200" marR="0" rtl="0" algn="l">
              <a:lnSpc>
                <a:spcPct val="120000"/>
              </a:lnSpc>
              <a:spcBef>
                <a:spcPts val="1067"/>
              </a:spcBef>
              <a:spcAft>
                <a:spcPts val="0"/>
              </a:spcAft>
              <a:buClr>
                <a:schemeClr val="accent1"/>
              </a:buClr>
              <a:buSzPts val="1467"/>
              <a:buFont typeface="Arial"/>
              <a:buChar char="•"/>
              <a:defRPr b="0" i="0" sz="1467" u="none" cap="none" strike="noStrike">
                <a:solidFill>
                  <a:schemeClr val="dk1"/>
                </a:solidFill>
                <a:latin typeface="Verdana"/>
                <a:ea typeface="Verdana"/>
                <a:cs typeface="Verdana"/>
                <a:sym typeface="Verdana"/>
              </a:defRPr>
            </a:lvl1pPr>
            <a:lvl2pPr indent="-330200" lvl="1" marL="914400" marR="0" rtl="0" algn="l">
              <a:lnSpc>
                <a:spcPct val="120000"/>
              </a:lnSpc>
              <a:spcBef>
                <a:spcPts val="1067"/>
              </a:spcBef>
              <a:spcAft>
                <a:spcPts val="0"/>
              </a:spcAft>
              <a:buClr>
                <a:schemeClr val="accent1"/>
              </a:buClr>
              <a:buSzPts val="1600"/>
              <a:buFont typeface="Arial"/>
              <a:buChar char="–"/>
              <a:defRPr b="0" i="0" sz="1600" u="none" cap="none" strike="noStrike">
                <a:solidFill>
                  <a:schemeClr val="dk1"/>
                </a:solidFill>
                <a:latin typeface="Verdana"/>
                <a:ea typeface="Verdana"/>
                <a:cs typeface="Verdana"/>
                <a:sym typeface="Verdana"/>
              </a:defRPr>
            </a:lvl2pPr>
            <a:lvl3pPr indent="-330200" lvl="2" marL="1371600" marR="0" rtl="0" algn="l">
              <a:lnSpc>
                <a:spcPct val="120000"/>
              </a:lnSpc>
              <a:spcBef>
                <a:spcPts val="1067"/>
              </a:spcBef>
              <a:spcAft>
                <a:spcPts val="0"/>
              </a:spcAft>
              <a:buClr>
                <a:schemeClr val="accent1"/>
              </a:buClr>
              <a:buSzPts val="1600"/>
              <a:buFont typeface="Arial"/>
              <a:buChar char="•"/>
              <a:defRPr b="0" i="0" sz="1600" u="none" cap="none" strike="noStrike">
                <a:solidFill>
                  <a:schemeClr val="dk1"/>
                </a:solidFill>
                <a:latin typeface="Verdana"/>
                <a:ea typeface="Verdana"/>
                <a:cs typeface="Verdana"/>
                <a:sym typeface="Verdana"/>
              </a:defRPr>
            </a:lvl3pPr>
            <a:lvl4pPr indent="-330200" lvl="3" marL="1828800" marR="0" rtl="0" algn="l">
              <a:lnSpc>
                <a:spcPct val="120000"/>
              </a:lnSpc>
              <a:spcBef>
                <a:spcPts val="1067"/>
              </a:spcBef>
              <a:spcAft>
                <a:spcPts val="0"/>
              </a:spcAft>
              <a:buClr>
                <a:schemeClr val="accent1"/>
              </a:buClr>
              <a:buSzPts val="1600"/>
              <a:buFont typeface="Arial"/>
              <a:buChar char="–"/>
              <a:defRPr b="0" i="0" sz="1600" u="none" cap="none" strike="noStrike">
                <a:solidFill>
                  <a:schemeClr val="dk1"/>
                </a:solidFill>
                <a:latin typeface="Verdana"/>
                <a:ea typeface="Verdana"/>
                <a:cs typeface="Verdana"/>
                <a:sym typeface="Verdana"/>
              </a:defRPr>
            </a:lvl4pPr>
            <a:lvl5pPr indent="-330200" lvl="4" marL="2286000" marR="0" rtl="0" algn="l">
              <a:lnSpc>
                <a:spcPct val="120000"/>
              </a:lnSpc>
              <a:spcBef>
                <a:spcPts val="1067"/>
              </a:spcBef>
              <a:spcAft>
                <a:spcPts val="0"/>
              </a:spcAft>
              <a:buClr>
                <a:schemeClr val="accent1"/>
              </a:buClr>
              <a:buSzPts val="1600"/>
              <a:buFont typeface="Arial"/>
              <a:buChar char="»"/>
              <a:defRPr b="0" i="0" sz="1600" u="none" cap="none" strike="noStrike">
                <a:solidFill>
                  <a:schemeClr val="dk1"/>
                </a:solidFill>
                <a:latin typeface="Verdana"/>
                <a:ea typeface="Verdana"/>
                <a:cs typeface="Verdana"/>
                <a:sym typeface="Verdana"/>
              </a:defRPr>
            </a:lvl5pPr>
            <a:lvl6pPr indent="-397954" lvl="5" marL="2743200" marR="0" rtl="0" algn="l">
              <a:lnSpc>
                <a:spcPct val="100000"/>
              </a:lnSpc>
              <a:spcBef>
                <a:spcPts val="533"/>
              </a:spcBef>
              <a:spcAft>
                <a:spcPts val="0"/>
              </a:spcAft>
              <a:buClr>
                <a:schemeClr val="dk1"/>
              </a:buClr>
              <a:buSzPts val="2667"/>
              <a:buFont typeface="Arial"/>
              <a:buChar char="•"/>
              <a:defRPr b="0" i="0" sz="2667" u="none" cap="none" strike="noStrike">
                <a:solidFill>
                  <a:schemeClr val="dk1"/>
                </a:solidFill>
                <a:latin typeface="Verdana"/>
                <a:ea typeface="Verdana"/>
                <a:cs typeface="Verdana"/>
                <a:sym typeface="Verdana"/>
              </a:defRPr>
            </a:lvl6pPr>
            <a:lvl7pPr indent="-397954" lvl="6" marL="3200400" marR="0" rtl="0" algn="l">
              <a:lnSpc>
                <a:spcPct val="100000"/>
              </a:lnSpc>
              <a:spcBef>
                <a:spcPts val="533"/>
              </a:spcBef>
              <a:spcAft>
                <a:spcPts val="0"/>
              </a:spcAft>
              <a:buClr>
                <a:schemeClr val="dk1"/>
              </a:buClr>
              <a:buSzPts val="2667"/>
              <a:buFont typeface="Arial"/>
              <a:buChar char="•"/>
              <a:defRPr b="0" i="0" sz="2667" u="none" cap="none" strike="noStrike">
                <a:solidFill>
                  <a:schemeClr val="dk1"/>
                </a:solidFill>
                <a:latin typeface="Verdana"/>
                <a:ea typeface="Verdana"/>
                <a:cs typeface="Verdana"/>
                <a:sym typeface="Verdana"/>
              </a:defRPr>
            </a:lvl7pPr>
            <a:lvl8pPr indent="-397954" lvl="7" marL="3657600" marR="0" rtl="0" algn="l">
              <a:lnSpc>
                <a:spcPct val="100000"/>
              </a:lnSpc>
              <a:spcBef>
                <a:spcPts val="533"/>
              </a:spcBef>
              <a:spcAft>
                <a:spcPts val="0"/>
              </a:spcAft>
              <a:buClr>
                <a:schemeClr val="dk1"/>
              </a:buClr>
              <a:buSzPts val="2667"/>
              <a:buFont typeface="Arial"/>
              <a:buChar char="•"/>
              <a:defRPr b="0" i="0" sz="2667" u="none" cap="none" strike="noStrike">
                <a:solidFill>
                  <a:schemeClr val="dk1"/>
                </a:solidFill>
                <a:latin typeface="Verdana"/>
                <a:ea typeface="Verdana"/>
                <a:cs typeface="Verdana"/>
                <a:sym typeface="Verdana"/>
              </a:defRPr>
            </a:lvl8pPr>
            <a:lvl9pPr indent="-397954" lvl="8" marL="4114800" marR="0" rtl="0" algn="l">
              <a:lnSpc>
                <a:spcPct val="100000"/>
              </a:lnSpc>
              <a:spcBef>
                <a:spcPts val="533"/>
              </a:spcBef>
              <a:spcAft>
                <a:spcPts val="0"/>
              </a:spcAft>
              <a:buClr>
                <a:schemeClr val="dk1"/>
              </a:buClr>
              <a:buSzPts val="2667"/>
              <a:buFont typeface="Arial"/>
              <a:buChar char="•"/>
              <a:defRPr b="0" i="0" sz="2667" u="none" cap="none" strike="noStrike">
                <a:solidFill>
                  <a:schemeClr val="dk1"/>
                </a:solidFill>
                <a:latin typeface="Verdana"/>
                <a:ea typeface="Verdana"/>
                <a:cs typeface="Verdana"/>
                <a:sym typeface="Verdana"/>
              </a:defRPr>
            </a:lvl9pPr>
          </a:lstStyle>
          <a:p/>
        </p:txBody>
      </p:sp>
      <p:sp>
        <p:nvSpPr>
          <p:cNvPr id="25" name="Google Shape;25;p26"/>
          <p:cNvSpPr txBox="1"/>
          <p:nvPr>
            <p:ph idx="3" type="body"/>
          </p:nvPr>
        </p:nvSpPr>
        <p:spPr>
          <a:xfrm>
            <a:off x="1126884" y="1380787"/>
            <a:ext cx="9255382" cy="392029"/>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20000"/>
              </a:lnSpc>
              <a:spcBef>
                <a:spcPts val="0"/>
              </a:spcBef>
              <a:spcAft>
                <a:spcPts val="0"/>
              </a:spcAft>
              <a:buClr>
                <a:srgbClr val="0A4FA3"/>
              </a:buClr>
              <a:buSzPts val="1600"/>
              <a:buFont typeface="Arial"/>
              <a:buNone/>
              <a:defRPr b="0" i="0" sz="1600" u="none" cap="none" strike="noStrike">
                <a:solidFill>
                  <a:srgbClr val="0A4FA3"/>
                </a:solidFill>
                <a:latin typeface="Verdana"/>
                <a:ea typeface="Verdana"/>
                <a:cs typeface="Verdana"/>
                <a:sym typeface="Verdana"/>
              </a:defRPr>
            </a:lvl1pPr>
            <a:lvl2pPr indent="-465645" lvl="1" marL="914400" marR="0" rtl="0" algn="l">
              <a:lnSpc>
                <a:spcPct val="100000"/>
              </a:lnSpc>
              <a:spcBef>
                <a:spcPts val="747"/>
              </a:spcBef>
              <a:spcAft>
                <a:spcPts val="0"/>
              </a:spcAft>
              <a:buClr>
                <a:schemeClr val="dk1"/>
              </a:buClr>
              <a:buSzPts val="3733"/>
              <a:buFont typeface="Arial"/>
              <a:buChar char="–"/>
              <a:defRPr b="0" i="0" sz="3733" u="none" cap="none" strike="noStrike">
                <a:solidFill>
                  <a:schemeClr val="dk1"/>
                </a:solidFill>
                <a:latin typeface="Verdana"/>
                <a:ea typeface="Verdana"/>
                <a:cs typeface="Verdana"/>
                <a:sym typeface="Verdana"/>
              </a:defRPr>
            </a:lvl2pPr>
            <a:lvl3pPr indent="-431800" lvl="2" marL="1371600" marR="0" rtl="0" algn="l">
              <a:lnSpc>
                <a:spcPct val="100000"/>
              </a:lnSpc>
              <a:spcBef>
                <a:spcPts val="640"/>
              </a:spcBef>
              <a:spcAft>
                <a:spcPts val="0"/>
              </a:spcAft>
              <a:buClr>
                <a:schemeClr val="dk1"/>
              </a:buClr>
              <a:buSzPts val="3200"/>
              <a:buFont typeface="Arial"/>
              <a:buChar char="•"/>
              <a:defRPr b="0" i="0" sz="3200" u="none" cap="none" strike="noStrike">
                <a:solidFill>
                  <a:schemeClr val="dk1"/>
                </a:solidFill>
                <a:latin typeface="Verdana"/>
                <a:ea typeface="Verdana"/>
                <a:cs typeface="Verdana"/>
                <a:sym typeface="Verdana"/>
              </a:defRPr>
            </a:lvl3pPr>
            <a:lvl4pPr indent="-397954" lvl="3" marL="1828800" marR="0" rtl="0" algn="l">
              <a:lnSpc>
                <a:spcPct val="100000"/>
              </a:lnSpc>
              <a:spcBef>
                <a:spcPts val="533"/>
              </a:spcBef>
              <a:spcAft>
                <a:spcPts val="0"/>
              </a:spcAft>
              <a:buClr>
                <a:schemeClr val="dk1"/>
              </a:buClr>
              <a:buSzPts val="2667"/>
              <a:buFont typeface="Arial"/>
              <a:buChar char="–"/>
              <a:defRPr b="0" i="0" sz="2667" u="none" cap="none" strike="noStrike">
                <a:solidFill>
                  <a:schemeClr val="dk1"/>
                </a:solidFill>
                <a:latin typeface="Verdana"/>
                <a:ea typeface="Verdana"/>
                <a:cs typeface="Verdana"/>
                <a:sym typeface="Verdana"/>
              </a:defRPr>
            </a:lvl4pPr>
            <a:lvl5pPr indent="-397954" lvl="4" marL="2286000" marR="0" rtl="0" algn="l">
              <a:lnSpc>
                <a:spcPct val="100000"/>
              </a:lnSpc>
              <a:spcBef>
                <a:spcPts val="533"/>
              </a:spcBef>
              <a:spcAft>
                <a:spcPts val="0"/>
              </a:spcAft>
              <a:buClr>
                <a:schemeClr val="dk1"/>
              </a:buClr>
              <a:buSzPts val="2667"/>
              <a:buFont typeface="Arial"/>
              <a:buChar char="»"/>
              <a:defRPr b="0" i="0" sz="2667" u="none" cap="none" strike="noStrike">
                <a:solidFill>
                  <a:schemeClr val="dk1"/>
                </a:solidFill>
                <a:latin typeface="Verdana"/>
                <a:ea typeface="Verdana"/>
                <a:cs typeface="Verdana"/>
                <a:sym typeface="Verdana"/>
              </a:defRPr>
            </a:lvl5pPr>
            <a:lvl6pPr indent="-397954" lvl="5" marL="2743200" marR="0" rtl="0" algn="l">
              <a:lnSpc>
                <a:spcPct val="100000"/>
              </a:lnSpc>
              <a:spcBef>
                <a:spcPts val="533"/>
              </a:spcBef>
              <a:spcAft>
                <a:spcPts val="0"/>
              </a:spcAft>
              <a:buClr>
                <a:schemeClr val="dk1"/>
              </a:buClr>
              <a:buSzPts val="2667"/>
              <a:buFont typeface="Arial"/>
              <a:buChar char="•"/>
              <a:defRPr b="0" i="0" sz="2667" u="none" cap="none" strike="noStrike">
                <a:solidFill>
                  <a:schemeClr val="dk1"/>
                </a:solidFill>
                <a:latin typeface="Verdana"/>
                <a:ea typeface="Verdana"/>
                <a:cs typeface="Verdana"/>
                <a:sym typeface="Verdana"/>
              </a:defRPr>
            </a:lvl6pPr>
            <a:lvl7pPr indent="-397954" lvl="6" marL="3200400" marR="0" rtl="0" algn="l">
              <a:lnSpc>
                <a:spcPct val="100000"/>
              </a:lnSpc>
              <a:spcBef>
                <a:spcPts val="533"/>
              </a:spcBef>
              <a:spcAft>
                <a:spcPts val="0"/>
              </a:spcAft>
              <a:buClr>
                <a:schemeClr val="dk1"/>
              </a:buClr>
              <a:buSzPts val="2667"/>
              <a:buFont typeface="Arial"/>
              <a:buChar char="•"/>
              <a:defRPr b="0" i="0" sz="2667" u="none" cap="none" strike="noStrike">
                <a:solidFill>
                  <a:schemeClr val="dk1"/>
                </a:solidFill>
                <a:latin typeface="Verdana"/>
                <a:ea typeface="Verdana"/>
                <a:cs typeface="Verdana"/>
                <a:sym typeface="Verdana"/>
              </a:defRPr>
            </a:lvl7pPr>
            <a:lvl8pPr indent="-397954" lvl="7" marL="3657600" marR="0" rtl="0" algn="l">
              <a:lnSpc>
                <a:spcPct val="100000"/>
              </a:lnSpc>
              <a:spcBef>
                <a:spcPts val="533"/>
              </a:spcBef>
              <a:spcAft>
                <a:spcPts val="0"/>
              </a:spcAft>
              <a:buClr>
                <a:schemeClr val="dk1"/>
              </a:buClr>
              <a:buSzPts val="2667"/>
              <a:buFont typeface="Arial"/>
              <a:buChar char="•"/>
              <a:defRPr b="0" i="0" sz="2667" u="none" cap="none" strike="noStrike">
                <a:solidFill>
                  <a:schemeClr val="dk1"/>
                </a:solidFill>
                <a:latin typeface="Verdana"/>
                <a:ea typeface="Verdana"/>
                <a:cs typeface="Verdana"/>
                <a:sym typeface="Verdana"/>
              </a:defRPr>
            </a:lvl8pPr>
            <a:lvl9pPr indent="-397954" lvl="8" marL="4114800" marR="0" rtl="0" algn="l">
              <a:lnSpc>
                <a:spcPct val="100000"/>
              </a:lnSpc>
              <a:spcBef>
                <a:spcPts val="533"/>
              </a:spcBef>
              <a:spcAft>
                <a:spcPts val="0"/>
              </a:spcAft>
              <a:buClr>
                <a:schemeClr val="dk1"/>
              </a:buClr>
              <a:buSzPts val="2667"/>
              <a:buFont typeface="Arial"/>
              <a:buChar char="•"/>
              <a:defRPr b="0" i="0" sz="2667" u="none" cap="none" strike="noStrike">
                <a:solidFill>
                  <a:schemeClr val="dk1"/>
                </a:solidFill>
                <a:latin typeface="Verdana"/>
                <a:ea typeface="Verdana"/>
                <a:cs typeface="Verdana"/>
                <a:sym typeface="Verdana"/>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xt Layout 2">
  <p:cSld name="Text Layout 2">
    <p:spTree>
      <p:nvGrpSpPr>
        <p:cNvPr id="26" name="Shape 26"/>
        <p:cNvGrpSpPr/>
        <p:nvPr/>
      </p:nvGrpSpPr>
      <p:grpSpPr>
        <a:xfrm>
          <a:off x="0" y="0"/>
          <a:ext cx="0" cy="0"/>
          <a:chOff x="0" y="0"/>
          <a:chExt cx="0" cy="0"/>
        </a:xfrm>
      </p:grpSpPr>
      <p:sp>
        <p:nvSpPr>
          <p:cNvPr id="27" name="Google Shape;27;p27"/>
          <p:cNvSpPr/>
          <p:nvPr/>
        </p:nvSpPr>
        <p:spPr>
          <a:xfrm>
            <a:off x="0" y="23"/>
            <a:ext cx="5303912" cy="6857977"/>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Verdana"/>
              <a:ea typeface="Verdana"/>
              <a:cs typeface="Verdana"/>
              <a:sym typeface="Verdana"/>
            </a:endParaRPr>
          </a:p>
        </p:txBody>
      </p:sp>
      <p:sp>
        <p:nvSpPr>
          <p:cNvPr id="28" name="Google Shape;28;p27"/>
          <p:cNvSpPr/>
          <p:nvPr/>
        </p:nvSpPr>
        <p:spPr>
          <a:xfrm>
            <a:off x="2309786" y="22"/>
            <a:ext cx="9882214" cy="6857977"/>
          </a:xfrm>
          <a:custGeom>
            <a:rect b="b" l="l" r="r" t="t"/>
            <a:pathLst>
              <a:path extrusionOk="0" h="6857977" w="9882214">
                <a:moveTo>
                  <a:pt x="452398" y="23"/>
                </a:moveTo>
                <a:lnTo>
                  <a:pt x="9882214" y="0"/>
                </a:lnTo>
                <a:lnTo>
                  <a:pt x="9882214" y="6857977"/>
                </a:lnTo>
                <a:lnTo>
                  <a:pt x="0" y="6857977"/>
                </a:lnTo>
                <a:cubicBezTo>
                  <a:pt x="1534082" y="5317045"/>
                  <a:pt x="2778399" y="4327446"/>
                  <a:pt x="2853799" y="3184454"/>
                </a:cubicBezTo>
                <a:cubicBezTo>
                  <a:pt x="2624860" y="2690954"/>
                  <a:pt x="3221248" y="3385858"/>
                  <a:pt x="2821014" y="2855119"/>
                </a:cubicBezTo>
                <a:cubicBezTo>
                  <a:pt x="2508102" y="2205855"/>
                  <a:pt x="1398615" y="934882"/>
                  <a:pt x="452398" y="23"/>
                </a:cubicBezTo>
                <a:close/>
              </a:path>
            </a:pathLst>
          </a:cu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Verdana"/>
              <a:ea typeface="Verdana"/>
              <a:cs typeface="Verdana"/>
              <a:sym typeface="Verdana"/>
            </a:endParaRPr>
          </a:p>
        </p:txBody>
      </p:sp>
      <p:pic>
        <p:nvPicPr>
          <p:cNvPr descr="rr email template-05-05.png" id="29" name="Google Shape;29;p27"/>
          <p:cNvPicPr preferRelativeResize="0"/>
          <p:nvPr/>
        </p:nvPicPr>
        <p:blipFill rotWithShape="1">
          <a:blip r:embed="rId2">
            <a:alphaModFix/>
          </a:blip>
          <a:srcRect b="41341" l="9281" r="20693" t="45315"/>
          <a:stretch/>
        </p:blipFill>
        <p:spPr>
          <a:xfrm flipH="1">
            <a:off x="3977747" y="332656"/>
            <a:ext cx="8214252" cy="875960"/>
          </a:xfrm>
          <a:prstGeom prst="rect">
            <a:avLst/>
          </a:prstGeom>
          <a:noFill/>
          <a:ln>
            <a:noFill/>
          </a:ln>
        </p:spPr>
      </p:pic>
      <p:pic>
        <p:nvPicPr>
          <p:cNvPr descr="rr email template-09.png" id="30" name="Google Shape;30;p27"/>
          <p:cNvPicPr preferRelativeResize="0"/>
          <p:nvPr/>
        </p:nvPicPr>
        <p:blipFill rotWithShape="1">
          <a:blip r:embed="rId3">
            <a:alphaModFix/>
          </a:blip>
          <a:srcRect b="611" l="16596" r="55358" t="206"/>
          <a:stretch/>
        </p:blipFill>
        <p:spPr>
          <a:xfrm flipH="1">
            <a:off x="2098842" y="-13663"/>
            <a:ext cx="3425651" cy="6871663"/>
          </a:xfrm>
          <a:prstGeom prst="rect">
            <a:avLst/>
          </a:prstGeom>
          <a:noFill/>
          <a:ln>
            <a:noFill/>
          </a:ln>
        </p:spPr>
      </p:pic>
      <p:sp>
        <p:nvSpPr>
          <p:cNvPr id="31" name="Google Shape;31;p27"/>
          <p:cNvSpPr txBox="1"/>
          <p:nvPr>
            <p:ph idx="1" type="body"/>
          </p:nvPr>
        </p:nvSpPr>
        <p:spPr>
          <a:xfrm>
            <a:off x="5442904" y="2287889"/>
            <a:ext cx="5725194" cy="4237455"/>
          </a:xfrm>
          <a:prstGeom prst="rect">
            <a:avLst/>
          </a:prstGeom>
          <a:noFill/>
          <a:ln>
            <a:noFill/>
          </a:ln>
        </p:spPr>
        <p:txBody>
          <a:bodyPr anchorCtr="0" anchor="t" bIns="45700" lIns="91425" spcFirstLastPara="1" rIns="91425" wrap="square" tIns="45700">
            <a:noAutofit/>
          </a:bodyPr>
          <a:lstStyle>
            <a:lvl1pPr indent="-321754" lvl="0" marL="457200" marR="0" rtl="0" algn="l">
              <a:lnSpc>
                <a:spcPct val="120000"/>
              </a:lnSpc>
              <a:spcBef>
                <a:spcPts val="1067"/>
              </a:spcBef>
              <a:spcAft>
                <a:spcPts val="0"/>
              </a:spcAft>
              <a:buClr>
                <a:schemeClr val="accent1"/>
              </a:buClr>
              <a:buSzPts val="1467"/>
              <a:buFont typeface="Arial"/>
              <a:buChar char="•"/>
              <a:defRPr b="0" i="0" sz="1467" u="none" cap="none" strike="noStrike">
                <a:solidFill>
                  <a:schemeClr val="dk1"/>
                </a:solidFill>
                <a:latin typeface="Verdana"/>
                <a:ea typeface="Verdana"/>
                <a:cs typeface="Verdana"/>
                <a:sym typeface="Verdana"/>
              </a:defRPr>
            </a:lvl1pPr>
            <a:lvl2pPr indent="-330200" lvl="1" marL="914400" marR="0" rtl="0" algn="l">
              <a:lnSpc>
                <a:spcPct val="120000"/>
              </a:lnSpc>
              <a:spcBef>
                <a:spcPts val="1067"/>
              </a:spcBef>
              <a:spcAft>
                <a:spcPts val="0"/>
              </a:spcAft>
              <a:buClr>
                <a:schemeClr val="accent1"/>
              </a:buClr>
              <a:buSzPts val="1600"/>
              <a:buFont typeface="Arial"/>
              <a:buChar char="–"/>
              <a:defRPr b="0" i="0" sz="1600" u="none" cap="none" strike="noStrike">
                <a:solidFill>
                  <a:schemeClr val="dk1"/>
                </a:solidFill>
                <a:latin typeface="Verdana"/>
                <a:ea typeface="Verdana"/>
                <a:cs typeface="Verdana"/>
                <a:sym typeface="Verdana"/>
              </a:defRPr>
            </a:lvl2pPr>
            <a:lvl3pPr indent="-330200" lvl="2" marL="1371600" marR="0" rtl="0" algn="l">
              <a:lnSpc>
                <a:spcPct val="120000"/>
              </a:lnSpc>
              <a:spcBef>
                <a:spcPts val="1067"/>
              </a:spcBef>
              <a:spcAft>
                <a:spcPts val="0"/>
              </a:spcAft>
              <a:buClr>
                <a:schemeClr val="accent1"/>
              </a:buClr>
              <a:buSzPts val="1600"/>
              <a:buFont typeface="Arial"/>
              <a:buChar char="•"/>
              <a:defRPr b="0" i="0" sz="1600" u="none" cap="none" strike="noStrike">
                <a:solidFill>
                  <a:schemeClr val="dk1"/>
                </a:solidFill>
                <a:latin typeface="Verdana"/>
                <a:ea typeface="Verdana"/>
                <a:cs typeface="Verdana"/>
                <a:sym typeface="Verdana"/>
              </a:defRPr>
            </a:lvl3pPr>
            <a:lvl4pPr indent="-330200" lvl="3" marL="1828800" marR="0" rtl="0" algn="l">
              <a:lnSpc>
                <a:spcPct val="120000"/>
              </a:lnSpc>
              <a:spcBef>
                <a:spcPts val="1067"/>
              </a:spcBef>
              <a:spcAft>
                <a:spcPts val="0"/>
              </a:spcAft>
              <a:buClr>
                <a:schemeClr val="accent1"/>
              </a:buClr>
              <a:buSzPts val="1600"/>
              <a:buFont typeface="Arial"/>
              <a:buChar char="–"/>
              <a:defRPr b="0" i="0" sz="1600" u="none" cap="none" strike="noStrike">
                <a:solidFill>
                  <a:schemeClr val="dk1"/>
                </a:solidFill>
                <a:latin typeface="Verdana"/>
                <a:ea typeface="Verdana"/>
                <a:cs typeface="Verdana"/>
                <a:sym typeface="Verdana"/>
              </a:defRPr>
            </a:lvl4pPr>
            <a:lvl5pPr indent="-330200" lvl="4" marL="2286000" marR="0" rtl="0" algn="l">
              <a:lnSpc>
                <a:spcPct val="120000"/>
              </a:lnSpc>
              <a:spcBef>
                <a:spcPts val="1067"/>
              </a:spcBef>
              <a:spcAft>
                <a:spcPts val="0"/>
              </a:spcAft>
              <a:buClr>
                <a:schemeClr val="accent1"/>
              </a:buClr>
              <a:buSzPts val="1600"/>
              <a:buFont typeface="Arial"/>
              <a:buChar char="»"/>
              <a:defRPr b="0" i="0" sz="1600" u="none" cap="none" strike="noStrike">
                <a:solidFill>
                  <a:schemeClr val="dk1"/>
                </a:solidFill>
                <a:latin typeface="Verdana"/>
                <a:ea typeface="Verdana"/>
                <a:cs typeface="Verdana"/>
                <a:sym typeface="Verdana"/>
              </a:defRPr>
            </a:lvl5pPr>
            <a:lvl6pPr indent="-397954" lvl="5" marL="2743200" marR="0" rtl="0" algn="l">
              <a:lnSpc>
                <a:spcPct val="100000"/>
              </a:lnSpc>
              <a:spcBef>
                <a:spcPts val="533"/>
              </a:spcBef>
              <a:spcAft>
                <a:spcPts val="0"/>
              </a:spcAft>
              <a:buClr>
                <a:schemeClr val="dk1"/>
              </a:buClr>
              <a:buSzPts val="2667"/>
              <a:buFont typeface="Arial"/>
              <a:buChar char="•"/>
              <a:defRPr b="0" i="0" sz="2667" u="none" cap="none" strike="noStrike">
                <a:solidFill>
                  <a:schemeClr val="dk1"/>
                </a:solidFill>
                <a:latin typeface="Verdana"/>
                <a:ea typeface="Verdana"/>
                <a:cs typeface="Verdana"/>
                <a:sym typeface="Verdana"/>
              </a:defRPr>
            </a:lvl6pPr>
            <a:lvl7pPr indent="-397954" lvl="6" marL="3200400" marR="0" rtl="0" algn="l">
              <a:lnSpc>
                <a:spcPct val="100000"/>
              </a:lnSpc>
              <a:spcBef>
                <a:spcPts val="533"/>
              </a:spcBef>
              <a:spcAft>
                <a:spcPts val="0"/>
              </a:spcAft>
              <a:buClr>
                <a:schemeClr val="dk1"/>
              </a:buClr>
              <a:buSzPts val="2667"/>
              <a:buFont typeface="Arial"/>
              <a:buChar char="•"/>
              <a:defRPr b="0" i="0" sz="2667" u="none" cap="none" strike="noStrike">
                <a:solidFill>
                  <a:schemeClr val="dk1"/>
                </a:solidFill>
                <a:latin typeface="Verdana"/>
                <a:ea typeface="Verdana"/>
                <a:cs typeface="Verdana"/>
                <a:sym typeface="Verdana"/>
              </a:defRPr>
            </a:lvl7pPr>
            <a:lvl8pPr indent="-397954" lvl="7" marL="3657600" marR="0" rtl="0" algn="l">
              <a:lnSpc>
                <a:spcPct val="100000"/>
              </a:lnSpc>
              <a:spcBef>
                <a:spcPts val="533"/>
              </a:spcBef>
              <a:spcAft>
                <a:spcPts val="0"/>
              </a:spcAft>
              <a:buClr>
                <a:schemeClr val="dk1"/>
              </a:buClr>
              <a:buSzPts val="2667"/>
              <a:buFont typeface="Arial"/>
              <a:buChar char="•"/>
              <a:defRPr b="0" i="0" sz="2667" u="none" cap="none" strike="noStrike">
                <a:solidFill>
                  <a:schemeClr val="dk1"/>
                </a:solidFill>
                <a:latin typeface="Verdana"/>
                <a:ea typeface="Verdana"/>
                <a:cs typeface="Verdana"/>
                <a:sym typeface="Verdana"/>
              </a:defRPr>
            </a:lvl8pPr>
            <a:lvl9pPr indent="-397954" lvl="8" marL="4114800" marR="0" rtl="0" algn="l">
              <a:lnSpc>
                <a:spcPct val="100000"/>
              </a:lnSpc>
              <a:spcBef>
                <a:spcPts val="533"/>
              </a:spcBef>
              <a:spcAft>
                <a:spcPts val="0"/>
              </a:spcAft>
              <a:buClr>
                <a:schemeClr val="dk1"/>
              </a:buClr>
              <a:buSzPts val="2667"/>
              <a:buFont typeface="Arial"/>
              <a:buChar char="•"/>
              <a:defRPr b="0" i="0" sz="2667" u="none" cap="none" strike="noStrike">
                <a:solidFill>
                  <a:schemeClr val="dk1"/>
                </a:solidFill>
                <a:latin typeface="Verdana"/>
                <a:ea typeface="Verdana"/>
                <a:cs typeface="Verdana"/>
                <a:sym typeface="Verdana"/>
              </a:defRPr>
            </a:lvl9pPr>
          </a:lstStyle>
          <a:p/>
        </p:txBody>
      </p:sp>
      <p:sp>
        <p:nvSpPr>
          <p:cNvPr id="32" name="Google Shape;32;p27"/>
          <p:cNvSpPr txBox="1"/>
          <p:nvPr>
            <p:ph idx="2" type="body"/>
          </p:nvPr>
        </p:nvSpPr>
        <p:spPr>
          <a:xfrm>
            <a:off x="5442365" y="1704159"/>
            <a:ext cx="5725194" cy="392029"/>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20000"/>
              </a:lnSpc>
              <a:spcBef>
                <a:spcPts val="0"/>
              </a:spcBef>
              <a:spcAft>
                <a:spcPts val="0"/>
              </a:spcAft>
              <a:buClr>
                <a:srgbClr val="0A4FA3"/>
              </a:buClr>
              <a:buSzPts val="1600"/>
              <a:buFont typeface="Arial"/>
              <a:buNone/>
              <a:defRPr b="0" i="0" sz="1600" u="none" cap="none" strike="noStrike">
                <a:solidFill>
                  <a:srgbClr val="0A4FA3"/>
                </a:solidFill>
                <a:latin typeface="Verdana"/>
                <a:ea typeface="Verdana"/>
                <a:cs typeface="Verdana"/>
                <a:sym typeface="Verdana"/>
              </a:defRPr>
            </a:lvl1pPr>
            <a:lvl2pPr indent="-465645" lvl="1" marL="914400" marR="0" rtl="0" algn="l">
              <a:lnSpc>
                <a:spcPct val="100000"/>
              </a:lnSpc>
              <a:spcBef>
                <a:spcPts val="747"/>
              </a:spcBef>
              <a:spcAft>
                <a:spcPts val="0"/>
              </a:spcAft>
              <a:buClr>
                <a:schemeClr val="dk1"/>
              </a:buClr>
              <a:buSzPts val="3733"/>
              <a:buFont typeface="Arial"/>
              <a:buChar char="–"/>
              <a:defRPr b="0" i="0" sz="3733" u="none" cap="none" strike="noStrike">
                <a:solidFill>
                  <a:schemeClr val="dk1"/>
                </a:solidFill>
                <a:latin typeface="Verdana"/>
                <a:ea typeface="Verdana"/>
                <a:cs typeface="Verdana"/>
                <a:sym typeface="Verdana"/>
              </a:defRPr>
            </a:lvl2pPr>
            <a:lvl3pPr indent="-431800" lvl="2" marL="1371600" marR="0" rtl="0" algn="l">
              <a:lnSpc>
                <a:spcPct val="100000"/>
              </a:lnSpc>
              <a:spcBef>
                <a:spcPts val="640"/>
              </a:spcBef>
              <a:spcAft>
                <a:spcPts val="0"/>
              </a:spcAft>
              <a:buClr>
                <a:schemeClr val="dk1"/>
              </a:buClr>
              <a:buSzPts val="3200"/>
              <a:buFont typeface="Arial"/>
              <a:buChar char="•"/>
              <a:defRPr b="0" i="0" sz="3200" u="none" cap="none" strike="noStrike">
                <a:solidFill>
                  <a:schemeClr val="dk1"/>
                </a:solidFill>
                <a:latin typeface="Verdana"/>
                <a:ea typeface="Verdana"/>
                <a:cs typeface="Verdana"/>
                <a:sym typeface="Verdana"/>
              </a:defRPr>
            </a:lvl3pPr>
            <a:lvl4pPr indent="-397954" lvl="3" marL="1828800" marR="0" rtl="0" algn="l">
              <a:lnSpc>
                <a:spcPct val="100000"/>
              </a:lnSpc>
              <a:spcBef>
                <a:spcPts val="533"/>
              </a:spcBef>
              <a:spcAft>
                <a:spcPts val="0"/>
              </a:spcAft>
              <a:buClr>
                <a:schemeClr val="dk1"/>
              </a:buClr>
              <a:buSzPts val="2667"/>
              <a:buFont typeface="Arial"/>
              <a:buChar char="–"/>
              <a:defRPr b="0" i="0" sz="2667" u="none" cap="none" strike="noStrike">
                <a:solidFill>
                  <a:schemeClr val="dk1"/>
                </a:solidFill>
                <a:latin typeface="Verdana"/>
                <a:ea typeface="Verdana"/>
                <a:cs typeface="Verdana"/>
                <a:sym typeface="Verdana"/>
              </a:defRPr>
            </a:lvl4pPr>
            <a:lvl5pPr indent="-397954" lvl="4" marL="2286000" marR="0" rtl="0" algn="l">
              <a:lnSpc>
                <a:spcPct val="100000"/>
              </a:lnSpc>
              <a:spcBef>
                <a:spcPts val="533"/>
              </a:spcBef>
              <a:spcAft>
                <a:spcPts val="0"/>
              </a:spcAft>
              <a:buClr>
                <a:schemeClr val="dk1"/>
              </a:buClr>
              <a:buSzPts val="2667"/>
              <a:buFont typeface="Arial"/>
              <a:buChar char="»"/>
              <a:defRPr b="0" i="0" sz="2667" u="none" cap="none" strike="noStrike">
                <a:solidFill>
                  <a:schemeClr val="dk1"/>
                </a:solidFill>
                <a:latin typeface="Verdana"/>
                <a:ea typeface="Verdana"/>
                <a:cs typeface="Verdana"/>
                <a:sym typeface="Verdana"/>
              </a:defRPr>
            </a:lvl5pPr>
            <a:lvl6pPr indent="-397954" lvl="5" marL="2743200" marR="0" rtl="0" algn="l">
              <a:lnSpc>
                <a:spcPct val="100000"/>
              </a:lnSpc>
              <a:spcBef>
                <a:spcPts val="533"/>
              </a:spcBef>
              <a:spcAft>
                <a:spcPts val="0"/>
              </a:spcAft>
              <a:buClr>
                <a:schemeClr val="dk1"/>
              </a:buClr>
              <a:buSzPts val="2667"/>
              <a:buFont typeface="Arial"/>
              <a:buChar char="•"/>
              <a:defRPr b="0" i="0" sz="2667" u="none" cap="none" strike="noStrike">
                <a:solidFill>
                  <a:schemeClr val="dk1"/>
                </a:solidFill>
                <a:latin typeface="Verdana"/>
                <a:ea typeface="Verdana"/>
                <a:cs typeface="Verdana"/>
                <a:sym typeface="Verdana"/>
              </a:defRPr>
            </a:lvl6pPr>
            <a:lvl7pPr indent="-397954" lvl="6" marL="3200400" marR="0" rtl="0" algn="l">
              <a:lnSpc>
                <a:spcPct val="100000"/>
              </a:lnSpc>
              <a:spcBef>
                <a:spcPts val="533"/>
              </a:spcBef>
              <a:spcAft>
                <a:spcPts val="0"/>
              </a:spcAft>
              <a:buClr>
                <a:schemeClr val="dk1"/>
              </a:buClr>
              <a:buSzPts val="2667"/>
              <a:buFont typeface="Arial"/>
              <a:buChar char="•"/>
              <a:defRPr b="0" i="0" sz="2667" u="none" cap="none" strike="noStrike">
                <a:solidFill>
                  <a:schemeClr val="dk1"/>
                </a:solidFill>
                <a:latin typeface="Verdana"/>
                <a:ea typeface="Verdana"/>
                <a:cs typeface="Verdana"/>
                <a:sym typeface="Verdana"/>
              </a:defRPr>
            </a:lvl7pPr>
            <a:lvl8pPr indent="-397954" lvl="7" marL="3657600" marR="0" rtl="0" algn="l">
              <a:lnSpc>
                <a:spcPct val="100000"/>
              </a:lnSpc>
              <a:spcBef>
                <a:spcPts val="533"/>
              </a:spcBef>
              <a:spcAft>
                <a:spcPts val="0"/>
              </a:spcAft>
              <a:buClr>
                <a:schemeClr val="dk1"/>
              </a:buClr>
              <a:buSzPts val="2667"/>
              <a:buFont typeface="Arial"/>
              <a:buChar char="•"/>
              <a:defRPr b="0" i="0" sz="2667" u="none" cap="none" strike="noStrike">
                <a:solidFill>
                  <a:schemeClr val="dk1"/>
                </a:solidFill>
                <a:latin typeface="Verdana"/>
                <a:ea typeface="Verdana"/>
                <a:cs typeface="Verdana"/>
                <a:sym typeface="Verdana"/>
              </a:defRPr>
            </a:lvl8pPr>
            <a:lvl9pPr indent="-397954" lvl="8" marL="4114800" marR="0" rtl="0" algn="l">
              <a:lnSpc>
                <a:spcPct val="100000"/>
              </a:lnSpc>
              <a:spcBef>
                <a:spcPts val="533"/>
              </a:spcBef>
              <a:spcAft>
                <a:spcPts val="0"/>
              </a:spcAft>
              <a:buClr>
                <a:schemeClr val="dk1"/>
              </a:buClr>
              <a:buSzPts val="2667"/>
              <a:buFont typeface="Arial"/>
              <a:buChar char="•"/>
              <a:defRPr b="0" i="0" sz="2667" u="none" cap="none" strike="noStrike">
                <a:solidFill>
                  <a:schemeClr val="dk1"/>
                </a:solidFill>
                <a:latin typeface="Verdana"/>
                <a:ea typeface="Verdana"/>
                <a:cs typeface="Verdana"/>
                <a:sym typeface="Verdana"/>
              </a:defRPr>
            </a:lvl9pPr>
          </a:lstStyle>
          <a:p/>
        </p:txBody>
      </p:sp>
      <p:sp>
        <p:nvSpPr>
          <p:cNvPr id="33" name="Google Shape;33;p27"/>
          <p:cNvSpPr txBox="1"/>
          <p:nvPr>
            <p:ph idx="3" type="body"/>
          </p:nvPr>
        </p:nvSpPr>
        <p:spPr>
          <a:xfrm>
            <a:off x="5442365" y="548680"/>
            <a:ext cx="5725194" cy="604400"/>
          </a:xfrm>
          <a:prstGeom prst="rect">
            <a:avLst/>
          </a:prstGeom>
          <a:noFill/>
          <a:ln>
            <a:noFill/>
          </a:ln>
        </p:spPr>
        <p:txBody>
          <a:bodyPr anchorCtr="0" anchor="ctr" bIns="45700" lIns="91425" spcFirstLastPara="1" rIns="91425" wrap="square" tIns="45700">
            <a:noAutofit/>
          </a:bodyPr>
          <a:lstStyle>
            <a:lvl1pPr indent="-228600" lvl="0" marL="457200" marR="0" rtl="0" algn="l">
              <a:lnSpc>
                <a:spcPct val="100000"/>
              </a:lnSpc>
              <a:spcBef>
                <a:spcPts val="0"/>
              </a:spcBef>
              <a:spcAft>
                <a:spcPts val="0"/>
              </a:spcAft>
              <a:buClr>
                <a:schemeClr val="lt1"/>
              </a:buClr>
              <a:buSzPts val="2933"/>
              <a:buFont typeface="Arial"/>
              <a:buNone/>
              <a:defRPr b="1" i="0" sz="2933" u="none" cap="none" strike="noStrike">
                <a:solidFill>
                  <a:schemeClr val="lt1"/>
                </a:solidFill>
                <a:latin typeface="Verdana"/>
                <a:ea typeface="Verdana"/>
                <a:cs typeface="Verdana"/>
                <a:sym typeface="Verdana"/>
              </a:defRPr>
            </a:lvl1pPr>
            <a:lvl2pPr indent="-465645" lvl="1" marL="914400" marR="0" rtl="0" algn="l">
              <a:lnSpc>
                <a:spcPct val="100000"/>
              </a:lnSpc>
              <a:spcBef>
                <a:spcPts val="747"/>
              </a:spcBef>
              <a:spcAft>
                <a:spcPts val="0"/>
              </a:spcAft>
              <a:buClr>
                <a:schemeClr val="dk1"/>
              </a:buClr>
              <a:buSzPts val="3733"/>
              <a:buFont typeface="Arial"/>
              <a:buChar char="–"/>
              <a:defRPr b="0" i="0" sz="3733" u="none" cap="none" strike="noStrike">
                <a:solidFill>
                  <a:schemeClr val="dk1"/>
                </a:solidFill>
                <a:latin typeface="Verdana"/>
                <a:ea typeface="Verdana"/>
                <a:cs typeface="Verdana"/>
                <a:sym typeface="Verdana"/>
              </a:defRPr>
            </a:lvl2pPr>
            <a:lvl3pPr indent="-431800" lvl="2" marL="1371600" marR="0" rtl="0" algn="l">
              <a:lnSpc>
                <a:spcPct val="100000"/>
              </a:lnSpc>
              <a:spcBef>
                <a:spcPts val="640"/>
              </a:spcBef>
              <a:spcAft>
                <a:spcPts val="0"/>
              </a:spcAft>
              <a:buClr>
                <a:schemeClr val="dk1"/>
              </a:buClr>
              <a:buSzPts val="3200"/>
              <a:buFont typeface="Arial"/>
              <a:buChar char="•"/>
              <a:defRPr b="0" i="0" sz="3200" u="none" cap="none" strike="noStrike">
                <a:solidFill>
                  <a:schemeClr val="dk1"/>
                </a:solidFill>
                <a:latin typeface="Verdana"/>
                <a:ea typeface="Verdana"/>
                <a:cs typeface="Verdana"/>
                <a:sym typeface="Verdana"/>
              </a:defRPr>
            </a:lvl3pPr>
            <a:lvl4pPr indent="-397954" lvl="3" marL="1828800" marR="0" rtl="0" algn="l">
              <a:lnSpc>
                <a:spcPct val="100000"/>
              </a:lnSpc>
              <a:spcBef>
                <a:spcPts val="533"/>
              </a:spcBef>
              <a:spcAft>
                <a:spcPts val="0"/>
              </a:spcAft>
              <a:buClr>
                <a:schemeClr val="dk1"/>
              </a:buClr>
              <a:buSzPts val="2667"/>
              <a:buFont typeface="Arial"/>
              <a:buChar char="–"/>
              <a:defRPr b="0" i="0" sz="2667" u="none" cap="none" strike="noStrike">
                <a:solidFill>
                  <a:schemeClr val="dk1"/>
                </a:solidFill>
                <a:latin typeface="Verdana"/>
                <a:ea typeface="Verdana"/>
                <a:cs typeface="Verdana"/>
                <a:sym typeface="Verdana"/>
              </a:defRPr>
            </a:lvl4pPr>
            <a:lvl5pPr indent="-397954" lvl="4" marL="2286000" marR="0" rtl="0" algn="l">
              <a:lnSpc>
                <a:spcPct val="100000"/>
              </a:lnSpc>
              <a:spcBef>
                <a:spcPts val="533"/>
              </a:spcBef>
              <a:spcAft>
                <a:spcPts val="0"/>
              </a:spcAft>
              <a:buClr>
                <a:schemeClr val="dk1"/>
              </a:buClr>
              <a:buSzPts val="2667"/>
              <a:buFont typeface="Arial"/>
              <a:buChar char="»"/>
              <a:defRPr b="0" i="0" sz="2667" u="none" cap="none" strike="noStrike">
                <a:solidFill>
                  <a:schemeClr val="dk1"/>
                </a:solidFill>
                <a:latin typeface="Verdana"/>
                <a:ea typeface="Verdana"/>
                <a:cs typeface="Verdana"/>
                <a:sym typeface="Verdana"/>
              </a:defRPr>
            </a:lvl5pPr>
            <a:lvl6pPr indent="-397954" lvl="5" marL="2743200" marR="0" rtl="0" algn="l">
              <a:lnSpc>
                <a:spcPct val="100000"/>
              </a:lnSpc>
              <a:spcBef>
                <a:spcPts val="533"/>
              </a:spcBef>
              <a:spcAft>
                <a:spcPts val="0"/>
              </a:spcAft>
              <a:buClr>
                <a:schemeClr val="dk1"/>
              </a:buClr>
              <a:buSzPts val="2667"/>
              <a:buFont typeface="Arial"/>
              <a:buChar char="•"/>
              <a:defRPr b="0" i="0" sz="2667" u="none" cap="none" strike="noStrike">
                <a:solidFill>
                  <a:schemeClr val="dk1"/>
                </a:solidFill>
                <a:latin typeface="Verdana"/>
                <a:ea typeface="Verdana"/>
                <a:cs typeface="Verdana"/>
                <a:sym typeface="Verdana"/>
              </a:defRPr>
            </a:lvl6pPr>
            <a:lvl7pPr indent="-397954" lvl="6" marL="3200400" marR="0" rtl="0" algn="l">
              <a:lnSpc>
                <a:spcPct val="100000"/>
              </a:lnSpc>
              <a:spcBef>
                <a:spcPts val="533"/>
              </a:spcBef>
              <a:spcAft>
                <a:spcPts val="0"/>
              </a:spcAft>
              <a:buClr>
                <a:schemeClr val="dk1"/>
              </a:buClr>
              <a:buSzPts val="2667"/>
              <a:buFont typeface="Arial"/>
              <a:buChar char="•"/>
              <a:defRPr b="0" i="0" sz="2667" u="none" cap="none" strike="noStrike">
                <a:solidFill>
                  <a:schemeClr val="dk1"/>
                </a:solidFill>
                <a:latin typeface="Verdana"/>
                <a:ea typeface="Verdana"/>
                <a:cs typeface="Verdana"/>
                <a:sym typeface="Verdana"/>
              </a:defRPr>
            </a:lvl7pPr>
            <a:lvl8pPr indent="-397954" lvl="7" marL="3657600" marR="0" rtl="0" algn="l">
              <a:lnSpc>
                <a:spcPct val="100000"/>
              </a:lnSpc>
              <a:spcBef>
                <a:spcPts val="533"/>
              </a:spcBef>
              <a:spcAft>
                <a:spcPts val="0"/>
              </a:spcAft>
              <a:buClr>
                <a:schemeClr val="dk1"/>
              </a:buClr>
              <a:buSzPts val="2667"/>
              <a:buFont typeface="Arial"/>
              <a:buChar char="•"/>
              <a:defRPr b="0" i="0" sz="2667" u="none" cap="none" strike="noStrike">
                <a:solidFill>
                  <a:schemeClr val="dk1"/>
                </a:solidFill>
                <a:latin typeface="Verdana"/>
                <a:ea typeface="Verdana"/>
                <a:cs typeface="Verdana"/>
                <a:sym typeface="Verdana"/>
              </a:defRPr>
            </a:lvl8pPr>
            <a:lvl9pPr indent="-397954" lvl="8" marL="4114800" marR="0" rtl="0" algn="l">
              <a:lnSpc>
                <a:spcPct val="100000"/>
              </a:lnSpc>
              <a:spcBef>
                <a:spcPts val="533"/>
              </a:spcBef>
              <a:spcAft>
                <a:spcPts val="0"/>
              </a:spcAft>
              <a:buClr>
                <a:schemeClr val="dk1"/>
              </a:buClr>
              <a:buSzPts val="2667"/>
              <a:buFont typeface="Arial"/>
              <a:buChar char="•"/>
              <a:defRPr b="0" i="0" sz="2667" u="none" cap="none" strike="noStrike">
                <a:solidFill>
                  <a:schemeClr val="dk1"/>
                </a:solidFill>
                <a:latin typeface="Verdana"/>
                <a:ea typeface="Verdana"/>
                <a:cs typeface="Verdana"/>
                <a:sym typeface="Verdana"/>
              </a:defRPr>
            </a:lvl9pPr>
          </a:lstStyle>
          <a:p/>
        </p:txBody>
      </p:sp>
      <p:sp>
        <p:nvSpPr>
          <p:cNvPr id="34" name="Google Shape;34;p27"/>
          <p:cNvSpPr txBox="1"/>
          <p:nvPr>
            <p:ph idx="4" type="body"/>
          </p:nvPr>
        </p:nvSpPr>
        <p:spPr>
          <a:xfrm>
            <a:off x="452398" y="1834751"/>
            <a:ext cx="3786214" cy="3329567"/>
          </a:xfrm>
          <a:prstGeom prst="rect">
            <a:avLst/>
          </a:prstGeom>
          <a:noFill/>
          <a:ln>
            <a:noFill/>
          </a:ln>
        </p:spPr>
        <p:txBody>
          <a:bodyPr anchorCtr="0" anchor="ctr" bIns="45700" lIns="91425" spcFirstLastPara="1" rIns="91425" wrap="square" tIns="45700">
            <a:noAutofit/>
          </a:bodyPr>
          <a:lstStyle>
            <a:lvl1pPr indent="-228600" lvl="0" marL="457200" marR="0" rtl="0" algn="ctr">
              <a:lnSpc>
                <a:spcPct val="120000"/>
              </a:lnSpc>
              <a:spcBef>
                <a:spcPts val="0"/>
              </a:spcBef>
              <a:spcAft>
                <a:spcPts val="0"/>
              </a:spcAft>
              <a:buClr>
                <a:schemeClr val="lt1"/>
              </a:buClr>
              <a:buSzPts val="2800"/>
              <a:buFont typeface="Arial"/>
              <a:buNone/>
              <a:defRPr b="0" i="0" sz="2800" u="none" cap="none" strike="noStrike">
                <a:solidFill>
                  <a:schemeClr val="lt1"/>
                </a:solidFill>
                <a:latin typeface="Verdana"/>
                <a:ea typeface="Verdana"/>
                <a:cs typeface="Verdana"/>
                <a:sym typeface="Verdana"/>
              </a:defRPr>
            </a:lvl1pPr>
            <a:lvl2pPr indent="-465645" lvl="1" marL="914400" marR="0" rtl="0" algn="l">
              <a:lnSpc>
                <a:spcPct val="100000"/>
              </a:lnSpc>
              <a:spcBef>
                <a:spcPts val="747"/>
              </a:spcBef>
              <a:spcAft>
                <a:spcPts val="0"/>
              </a:spcAft>
              <a:buClr>
                <a:schemeClr val="dk1"/>
              </a:buClr>
              <a:buSzPts val="3733"/>
              <a:buFont typeface="Arial"/>
              <a:buChar char="–"/>
              <a:defRPr b="0" i="0" sz="3733" u="none" cap="none" strike="noStrike">
                <a:solidFill>
                  <a:schemeClr val="dk1"/>
                </a:solidFill>
                <a:latin typeface="Verdana"/>
                <a:ea typeface="Verdana"/>
                <a:cs typeface="Verdana"/>
                <a:sym typeface="Verdana"/>
              </a:defRPr>
            </a:lvl2pPr>
            <a:lvl3pPr indent="-431800" lvl="2" marL="1371600" marR="0" rtl="0" algn="l">
              <a:lnSpc>
                <a:spcPct val="100000"/>
              </a:lnSpc>
              <a:spcBef>
                <a:spcPts val="640"/>
              </a:spcBef>
              <a:spcAft>
                <a:spcPts val="0"/>
              </a:spcAft>
              <a:buClr>
                <a:schemeClr val="dk1"/>
              </a:buClr>
              <a:buSzPts val="3200"/>
              <a:buFont typeface="Arial"/>
              <a:buChar char="•"/>
              <a:defRPr b="0" i="0" sz="3200" u="none" cap="none" strike="noStrike">
                <a:solidFill>
                  <a:schemeClr val="dk1"/>
                </a:solidFill>
                <a:latin typeface="Verdana"/>
                <a:ea typeface="Verdana"/>
                <a:cs typeface="Verdana"/>
                <a:sym typeface="Verdana"/>
              </a:defRPr>
            </a:lvl3pPr>
            <a:lvl4pPr indent="-397954" lvl="3" marL="1828800" marR="0" rtl="0" algn="l">
              <a:lnSpc>
                <a:spcPct val="100000"/>
              </a:lnSpc>
              <a:spcBef>
                <a:spcPts val="533"/>
              </a:spcBef>
              <a:spcAft>
                <a:spcPts val="0"/>
              </a:spcAft>
              <a:buClr>
                <a:schemeClr val="dk1"/>
              </a:buClr>
              <a:buSzPts val="2667"/>
              <a:buFont typeface="Arial"/>
              <a:buChar char="–"/>
              <a:defRPr b="0" i="0" sz="2667" u="none" cap="none" strike="noStrike">
                <a:solidFill>
                  <a:schemeClr val="dk1"/>
                </a:solidFill>
                <a:latin typeface="Verdana"/>
                <a:ea typeface="Verdana"/>
                <a:cs typeface="Verdana"/>
                <a:sym typeface="Verdana"/>
              </a:defRPr>
            </a:lvl4pPr>
            <a:lvl5pPr indent="-397954" lvl="4" marL="2286000" marR="0" rtl="0" algn="l">
              <a:lnSpc>
                <a:spcPct val="100000"/>
              </a:lnSpc>
              <a:spcBef>
                <a:spcPts val="533"/>
              </a:spcBef>
              <a:spcAft>
                <a:spcPts val="0"/>
              </a:spcAft>
              <a:buClr>
                <a:schemeClr val="dk1"/>
              </a:buClr>
              <a:buSzPts val="2667"/>
              <a:buFont typeface="Arial"/>
              <a:buChar char="»"/>
              <a:defRPr b="0" i="0" sz="2667" u="none" cap="none" strike="noStrike">
                <a:solidFill>
                  <a:schemeClr val="dk1"/>
                </a:solidFill>
                <a:latin typeface="Verdana"/>
                <a:ea typeface="Verdana"/>
                <a:cs typeface="Verdana"/>
                <a:sym typeface="Verdana"/>
              </a:defRPr>
            </a:lvl5pPr>
            <a:lvl6pPr indent="-397954" lvl="5" marL="2743200" marR="0" rtl="0" algn="l">
              <a:lnSpc>
                <a:spcPct val="100000"/>
              </a:lnSpc>
              <a:spcBef>
                <a:spcPts val="533"/>
              </a:spcBef>
              <a:spcAft>
                <a:spcPts val="0"/>
              </a:spcAft>
              <a:buClr>
                <a:schemeClr val="dk1"/>
              </a:buClr>
              <a:buSzPts val="2667"/>
              <a:buFont typeface="Arial"/>
              <a:buChar char="•"/>
              <a:defRPr b="0" i="0" sz="2667" u="none" cap="none" strike="noStrike">
                <a:solidFill>
                  <a:schemeClr val="dk1"/>
                </a:solidFill>
                <a:latin typeface="Verdana"/>
                <a:ea typeface="Verdana"/>
                <a:cs typeface="Verdana"/>
                <a:sym typeface="Verdana"/>
              </a:defRPr>
            </a:lvl6pPr>
            <a:lvl7pPr indent="-397954" lvl="6" marL="3200400" marR="0" rtl="0" algn="l">
              <a:lnSpc>
                <a:spcPct val="100000"/>
              </a:lnSpc>
              <a:spcBef>
                <a:spcPts val="533"/>
              </a:spcBef>
              <a:spcAft>
                <a:spcPts val="0"/>
              </a:spcAft>
              <a:buClr>
                <a:schemeClr val="dk1"/>
              </a:buClr>
              <a:buSzPts val="2667"/>
              <a:buFont typeface="Arial"/>
              <a:buChar char="•"/>
              <a:defRPr b="0" i="0" sz="2667" u="none" cap="none" strike="noStrike">
                <a:solidFill>
                  <a:schemeClr val="dk1"/>
                </a:solidFill>
                <a:latin typeface="Verdana"/>
                <a:ea typeface="Verdana"/>
                <a:cs typeface="Verdana"/>
                <a:sym typeface="Verdana"/>
              </a:defRPr>
            </a:lvl7pPr>
            <a:lvl8pPr indent="-397954" lvl="7" marL="3657600" marR="0" rtl="0" algn="l">
              <a:lnSpc>
                <a:spcPct val="100000"/>
              </a:lnSpc>
              <a:spcBef>
                <a:spcPts val="533"/>
              </a:spcBef>
              <a:spcAft>
                <a:spcPts val="0"/>
              </a:spcAft>
              <a:buClr>
                <a:schemeClr val="dk1"/>
              </a:buClr>
              <a:buSzPts val="2667"/>
              <a:buFont typeface="Arial"/>
              <a:buChar char="•"/>
              <a:defRPr b="0" i="0" sz="2667" u="none" cap="none" strike="noStrike">
                <a:solidFill>
                  <a:schemeClr val="dk1"/>
                </a:solidFill>
                <a:latin typeface="Verdana"/>
                <a:ea typeface="Verdana"/>
                <a:cs typeface="Verdana"/>
                <a:sym typeface="Verdana"/>
              </a:defRPr>
            </a:lvl8pPr>
            <a:lvl9pPr indent="-397954" lvl="8" marL="4114800" marR="0" rtl="0" algn="l">
              <a:lnSpc>
                <a:spcPct val="100000"/>
              </a:lnSpc>
              <a:spcBef>
                <a:spcPts val="533"/>
              </a:spcBef>
              <a:spcAft>
                <a:spcPts val="0"/>
              </a:spcAft>
              <a:buClr>
                <a:schemeClr val="dk1"/>
              </a:buClr>
              <a:buSzPts val="2667"/>
              <a:buFont typeface="Arial"/>
              <a:buChar char="•"/>
              <a:defRPr b="0" i="0" sz="2667" u="none" cap="none" strike="noStrike">
                <a:solidFill>
                  <a:schemeClr val="dk1"/>
                </a:solidFill>
                <a:latin typeface="Verdana"/>
                <a:ea typeface="Verdana"/>
                <a:cs typeface="Verdana"/>
                <a:sym typeface="Verdana"/>
              </a:defRPr>
            </a:lvl9pPr>
          </a:lstStyle>
          <a:p/>
        </p:txBody>
      </p:sp>
      <p:pic>
        <p:nvPicPr>
          <p:cNvPr descr="Untitled-1-11.png" id="35" name="Google Shape;35;p27"/>
          <p:cNvPicPr preferRelativeResize="0"/>
          <p:nvPr/>
        </p:nvPicPr>
        <p:blipFill rotWithShape="1">
          <a:blip r:embed="rId4">
            <a:alphaModFix/>
          </a:blip>
          <a:srcRect b="0" l="0" r="0" t="0"/>
          <a:stretch/>
        </p:blipFill>
        <p:spPr>
          <a:xfrm>
            <a:off x="-24680" y="285728"/>
            <a:ext cx="914353" cy="1071569"/>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ext Layout 2">
  <p:cSld name="1_Text Layout 2">
    <p:spTree>
      <p:nvGrpSpPr>
        <p:cNvPr id="36" name="Shape 36"/>
        <p:cNvGrpSpPr/>
        <p:nvPr/>
      </p:nvGrpSpPr>
      <p:grpSpPr>
        <a:xfrm>
          <a:off x="0" y="0"/>
          <a:ext cx="0" cy="0"/>
          <a:chOff x="0" y="0"/>
          <a:chExt cx="0" cy="0"/>
        </a:xfrm>
      </p:grpSpPr>
      <p:sp>
        <p:nvSpPr>
          <p:cNvPr id="37" name="Google Shape;37;p28"/>
          <p:cNvSpPr/>
          <p:nvPr/>
        </p:nvSpPr>
        <p:spPr>
          <a:xfrm>
            <a:off x="0" y="23"/>
            <a:ext cx="5303912" cy="6857977"/>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Verdana"/>
              <a:ea typeface="Verdana"/>
              <a:cs typeface="Verdana"/>
              <a:sym typeface="Verdana"/>
            </a:endParaRPr>
          </a:p>
        </p:txBody>
      </p:sp>
      <p:sp>
        <p:nvSpPr>
          <p:cNvPr id="38" name="Google Shape;38;p28"/>
          <p:cNvSpPr/>
          <p:nvPr/>
        </p:nvSpPr>
        <p:spPr>
          <a:xfrm>
            <a:off x="2309786" y="22"/>
            <a:ext cx="9882214" cy="6857977"/>
          </a:xfrm>
          <a:custGeom>
            <a:rect b="b" l="l" r="r" t="t"/>
            <a:pathLst>
              <a:path extrusionOk="0" h="6857977" w="9882214">
                <a:moveTo>
                  <a:pt x="452398" y="23"/>
                </a:moveTo>
                <a:lnTo>
                  <a:pt x="9882214" y="0"/>
                </a:lnTo>
                <a:lnTo>
                  <a:pt x="9882214" y="6857977"/>
                </a:lnTo>
                <a:lnTo>
                  <a:pt x="0" y="6857977"/>
                </a:lnTo>
                <a:cubicBezTo>
                  <a:pt x="1534082" y="5317045"/>
                  <a:pt x="2778399" y="4327446"/>
                  <a:pt x="2853799" y="3184454"/>
                </a:cubicBezTo>
                <a:cubicBezTo>
                  <a:pt x="2624860" y="2690954"/>
                  <a:pt x="3221248" y="3385858"/>
                  <a:pt x="2821014" y="2855119"/>
                </a:cubicBezTo>
                <a:cubicBezTo>
                  <a:pt x="2508102" y="2205855"/>
                  <a:pt x="1398615" y="934882"/>
                  <a:pt x="452398" y="23"/>
                </a:cubicBezTo>
                <a:close/>
              </a:path>
            </a:pathLst>
          </a:cu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Verdana"/>
              <a:ea typeface="Verdana"/>
              <a:cs typeface="Verdana"/>
              <a:sym typeface="Verdana"/>
            </a:endParaRPr>
          </a:p>
        </p:txBody>
      </p:sp>
      <p:pic>
        <p:nvPicPr>
          <p:cNvPr descr="rr email template-05-05.png" id="39" name="Google Shape;39;p28"/>
          <p:cNvPicPr preferRelativeResize="0"/>
          <p:nvPr/>
        </p:nvPicPr>
        <p:blipFill rotWithShape="1">
          <a:blip r:embed="rId2">
            <a:alphaModFix/>
          </a:blip>
          <a:srcRect b="41341" l="9281" r="20693" t="45315"/>
          <a:stretch/>
        </p:blipFill>
        <p:spPr>
          <a:xfrm flipH="1">
            <a:off x="3977747" y="327436"/>
            <a:ext cx="8214252" cy="875960"/>
          </a:xfrm>
          <a:prstGeom prst="rect">
            <a:avLst/>
          </a:prstGeom>
          <a:noFill/>
          <a:ln>
            <a:noFill/>
          </a:ln>
        </p:spPr>
      </p:pic>
      <p:pic>
        <p:nvPicPr>
          <p:cNvPr descr="rr email template-09.png" id="40" name="Google Shape;40;p28"/>
          <p:cNvPicPr preferRelativeResize="0"/>
          <p:nvPr/>
        </p:nvPicPr>
        <p:blipFill rotWithShape="1">
          <a:blip r:embed="rId3">
            <a:alphaModFix/>
          </a:blip>
          <a:srcRect b="611" l="16596" r="55358" t="206"/>
          <a:stretch/>
        </p:blipFill>
        <p:spPr>
          <a:xfrm flipH="1">
            <a:off x="2098842" y="-13663"/>
            <a:ext cx="3425651" cy="6871663"/>
          </a:xfrm>
          <a:prstGeom prst="rect">
            <a:avLst/>
          </a:prstGeom>
          <a:noFill/>
          <a:ln>
            <a:noFill/>
          </a:ln>
        </p:spPr>
      </p:pic>
      <p:sp>
        <p:nvSpPr>
          <p:cNvPr id="41" name="Google Shape;41;p28"/>
          <p:cNvSpPr txBox="1"/>
          <p:nvPr>
            <p:ph idx="1" type="body"/>
          </p:nvPr>
        </p:nvSpPr>
        <p:spPr>
          <a:xfrm>
            <a:off x="452398" y="1834751"/>
            <a:ext cx="3786214" cy="3329567"/>
          </a:xfrm>
          <a:prstGeom prst="rect">
            <a:avLst/>
          </a:prstGeom>
          <a:noFill/>
          <a:ln>
            <a:noFill/>
          </a:ln>
        </p:spPr>
        <p:txBody>
          <a:bodyPr anchorCtr="0" anchor="ctr" bIns="45700" lIns="91425" spcFirstLastPara="1" rIns="91425" wrap="square" tIns="45700">
            <a:noAutofit/>
          </a:bodyPr>
          <a:lstStyle>
            <a:lvl1pPr indent="-228600" lvl="0" marL="457200" marR="0" rtl="0" algn="ctr">
              <a:lnSpc>
                <a:spcPct val="120000"/>
              </a:lnSpc>
              <a:spcBef>
                <a:spcPts val="0"/>
              </a:spcBef>
              <a:spcAft>
                <a:spcPts val="0"/>
              </a:spcAft>
              <a:buClr>
                <a:schemeClr val="lt1"/>
              </a:buClr>
              <a:buSzPts val="2800"/>
              <a:buFont typeface="Arial"/>
              <a:buNone/>
              <a:defRPr b="0" i="0" sz="2800" u="none" cap="none" strike="noStrike">
                <a:solidFill>
                  <a:schemeClr val="lt1"/>
                </a:solidFill>
                <a:latin typeface="Verdana"/>
                <a:ea typeface="Verdana"/>
                <a:cs typeface="Verdana"/>
                <a:sym typeface="Verdana"/>
              </a:defRPr>
            </a:lvl1pPr>
            <a:lvl2pPr indent="-465645" lvl="1" marL="914400" marR="0" rtl="0" algn="l">
              <a:lnSpc>
                <a:spcPct val="100000"/>
              </a:lnSpc>
              <a:spcBef>
                <a:spcPts val="747"/>
              </a:spcBef>
              <a:spcAft>
                <a:spcPts val="0"/>
              </a:spcAft>
              <a:buClr>
                <a:schemeClr val="dk1"/>
              </a:buClr>
              <a:buSzPts val="3733"/>
              <a:buFont typeface="Arial"/>
              <a:buChar char="–"/>
              <a:defRPr b="0" i="0" sz="3733" u="none" cap="none" strike="noStrike">
                <a:solidFill>
                  <a:schemeClr val="dk1"/>
                </a:solidFill>
                <a:latin typeface="Verdana"/>
                <a:ea typeface="Verdana"/>
                <a:cs typeface="Verdana"/>
                <a:sym typeface="Verdana"/>
              </a:defRPr>
            </a:lvl2pPr>
            <a:lvl3pPr indent="-431800" lvl="2" marL="1371600" marR="0" rtl="0" algn="l">
              <a:lnSpc>
                <a:spcPct val="100000"/>
              </a:lnSpc>
              <a:spcBef>
                <a:spcPts val="640"/>
              </a:spcBef>
              <a:spcAft>
                <a:spcPts val="0"/>
              </a:spcAft>
              <a:buClr>
                <a:schemeClr val="dk1"/>
              </a:buClr>
              <a:buSzPts val="3200"/>
              <a:buFont typeface="Arial"/>
              <a:buChar char="•"/>
              <a:defRPr b="0" i="0" sz="3200" u="none" cap="none" strike="noStrike">
                <a:solidFill>
                  <a:schemeClr val="dk1"/>
                </a:solidFill>
                <a:latin typeface="Verdana"/>
                <a:ea typeface="Verdana"/>
                <a:cs typeface="Verdana"/>
                <a:sym typeface="Verdana"/>
              </a:defRPr>
            </a:lvl3pPr>
            <a:lvl4pPr indent="-397954" lvl="3" marL="1828800" marR="0" rtl="0" algn="l">
              <a:lnSpc>
                <a:spcPct val="100000"/>
              </a:lnSpc>
              <a:spcBef>
                <a:spcPts val="533"/>
              </a:spcBef>
              <a:spcAft>
                <a:spcPts val="0"/>
              </a:spcAft>
              <a:buClr>
                <a:schemeClr val="dk1"/>
              </a:buClr>
              <a:buSzPts val="2667"/>
              <a:buFont typeface="Arial"/>
              <a:buChar char="–"/>
              <a:defRPr b="0" i="0" sz="2667" u="none" cap="none" strike="noStrike">
                <a:solidFill>
                  <a:schemeClr val="dk1"/>
                </a:solidFill>
                <a:latin typeface="Verdana"/>
                <a:ea typeface="Verdana"/>
                <a:cs typeface="Verdana"/>
                <a:sym typeface="Verdana"/>
              </a:defRPr>
            </a:lvl4pPr>
            <a:lvl5pPr indent="-397954" lvl="4" marL="2286000" marR="0" rtl="0" algn="l">
              <a:lnSpc>
                <a:spcPct val="100000"/>
              </a:lnSpc>
              <a:spcBef>
                <a:spcPts val="533"/>
              </a:spcBef>
              <a:spcAft>
                <a:spcPts val="0"/>
              </a:spcAft>
              <a:buClr>
                <a:schemeClr val="dk1"/>
              </a:buClr>
              <a:buSzPts val="2667"/>
              <a:buFont typeface="Arial"/>
              <a:buChar char="»"/>
              <a:defRPr b="0" i="0" sz="2667" u="none" cap="none" strike="noStrike">
                <a:solidFill>
                  <a:schemeClr val="dk1"/>
                </a:solidFill>
                <a:latin typeface="Verdana"/>
                <a:ea typeface="Verdana"/>
                <a:cs typeface="Verdana"/>
                <a:sym typeface="Verdana"/>
              </a:defRPr>
            </a:lvl5pPr>
            <a:lvl6pPr indent="-397954" lvl="5" marL="2743200" marR="0" rtl="0" algn="l">
              <a:lnSpc>
                <a:spcPct val="100000"/>
              </a:lnSpc>
              <a:spcBef>
                <a:spcPts val="533"/>
              </a:spcBef>
              <a:spcAft>
                <a:spcPts val="0"/>
              </a:spcAft>
              <a:buClr>
                <a:schemeClr val="dk1"/>
              </a:buClr>
              <a:buSzPts val="2667"/>
              <a:buFont typeface="Arial"/>
              <a:buChar char="•"/>
              <a:defRPr b="0" i="0" sz="2667" u="none" cap="none" strike="noStrike">
                <a:solidFill>
                  <a:schemeClr val="dk1"/>
                </a:solidFill>
                <a:latin typeface="Verdana"/>
                <a:ea typeface="Verdana"/>
                <a:cs typeface="Verdana"/>
                <a:sym typeface="Verdana"/>
              </a:defRPr>
            </a:lvl6pPr>
            <a:lvl7pPr indent="-397954" lvl="6" marL="3200400" marR="0" rtl="0" algn="l">
              <a:lnSpc>
                <a:spcPct val="100000"/>
              </a:lnSpc>
              <a:spcBef>
                <a:spcPts val="533"/>
              </a:spcBef>
              <a:spcAft>
                <a:spcPts val="0"/>
              </a:spcAft>
              <a:buClr>
                <a:schemeClr val="dk1"/>
              </a:buClr>
              <a:buSzPts val="2667"/>
              <a:buFont typeface="Arial"/>
              <a:buChar char="•"/>
              <a:defRPr b="0" i="0" sz="2667" u="none" cap="none" strike="noStrike">
                <a:solidFill>
                  <a:schemeClr val="dk1"/>
                </a:solidFill>
                <a:latin typeface="Verdana"/>
                <a:ea typeface="Verdana"/>
                <a:cs typeface="Verdana"/>
                <a:sym typeface="Verdana"/>
              </a:defRPr>
            </a:lvl7pPr>
            <a:lvl8pPr indent="-397954" lvl="7" marL="3657600" marR="0" rtl="0" algn="l">
              <a:lnSpc>
                <a:spcPct val="100000"/>
              </a:lnSpc>
              <a:spcBef>
                <a:spcPts val="533"/>
              </a:spcBef>
              <a:spcAft>
                <a:spcPts val="0"/>
              </a:spcAft>
              <a:buClr>
                <a:schemeClr val="dk1"/>
              </a:buClr>
              <a:buSzPts val="2667"/>
              <a:buFont typeface="Arial"/>
              <a:buChar char="•"/>
              <a:defRPr b="0" i="0" sz="2667" u="none" cap="none" strike="noStrike">
                <a:solidFill>
                  <a:schemeClr val="dk1"/>
                </a:solidFill>
                <a:latin typeface="Verdana"/>
                <a:ea typeface="Verdana"/>
                <a:cs typeface="Verdana"/>
                <a:sym typeface="Verdana"/>
              </a:defRPr>
            </a:lvl8pPr>
            <a:lvl9pPr indent="-397954" lvl="8" marL="4114800" marR="0" rtl="0" algn="l">
              <a:lnSpc>
                <a:spcPct val="100000"/>
              </a:lnSpc>
              <a:spcBef>
                <a:spcPts val="533"/>
              </a:spcBef>
              <a:spcAft>
                <a:spcPts val="0"/>
              </a:spcAft>
              <a:buClr>
                <a:schemeClr val="dk1"/>
              </a:buClr>
              <a:buSzPts val="2667"/>
              <a:buFont typeface="Arial"/>
              <a:buChar char="•"/>
              <a:defRPr b="0" i="0" sz="2667" u="none" cap="none" strike="noStrike">
                <a:solidFill>
                  <a:schemeClr val="dk1"/>
                </a:solidFill>
                <a:latin typeface="Verdana"/>
                <a:ea typeface="Verdana"/>
                <a:cs typeface="Verdana"/>
                <a:sym typeface="Verdana"/>
              </a:defRPr>
            </a:lvl9pPr>
          </a:lstStyle>
          <a:p/>
        </p:txBody>
      </p:sp>
      <p:pic>
        <p:nvPicPr>
          <p:cNvPr descr="Untitled-1-11.png" id="42" name="Google Shape;42;p28"/>
          <p:cNvPicPr preferRelativeResize="0"/>
          <p:nvPr/>
        </p:nvPicPr>
        <p:blipFill rotWithShape="1">
          <a:blip r:embed="rId4">
            <a:alphaModFix/>
          </a:blip>
          <a:srcRect b="0" l="0" r="0" t="0"/>
          <a:stretch/>
        </p:blipFill>
        <p:spPr>
          <a:xfrm>
            <a:off x="-24680" y="285728"/>
            <a:ext cx="914353" cy="1071569"/>
          </a:xfrm>
          <a:prstGeom prst="rect">
            <a:avLst/>
          </a:prstGeom>
          <a:noFill/>
          <a:ln>
            <a:noFill/>
          </a:ln>
        </p:spPr>
      </p:pic>
      <p:sp>
        <p:nvSpPr>
          <p:cNvPr id="43" name="Google Shape;43;p28"/>
          <p:cNvSpPr txBox="1"/>
          <p:nvPr>
            <p:ph idx="2" type="body"/>
          </p:nvPr>
        </p:nvSpPr>
        <p:spPr>
          <a:xfrm>
            <a:off x="5442904" y="2287889"/>
            <a:ext cx="5725194" cy="4237455"/>
          </a:xfrm>
          <a:prstGeom prst="rect">
            <a:avLst/>
          </a:prstGeom>
          <a:noFill/>
          <a:ln>
            <a:noFill/>
          </a:ln>
        </p:spPr>
        <p:txBody>
          <a:bodyPr anchorCtr="0" anchor="t" bIns="45700" lIns="91425" spcFirstLastPara="1" rIns="91425" wrap="square" tIns="45700">
            <a:noAutofit/>
          </a:bodyPr>
          <a:lstStyle>
            <a:lvl1pPr indent="-321754" lvl="0" marL="457200" marR="0" rtl="0" algn="l">
              <a:lnSpc>
                <a:spcPct val="120000"/>
              </a:lnSpc>
              <a:spcBef>
                <a:spcPts val="1067"/>
              </a:spcBef>
              <a:spcAft>
                <a:spcPts val="0"/>
              </a:spcAft>
              <a:buClr>
                <a:schemeClr val="accent1"/>
              </a:buClr>
              <a:buSzPts val="1467"/>
              <a:buFont typeface="Arial"/>
              <a:buChar char="•"/>
              <a:defRPr b="0" i="0" sz="1467" u="none" cap="none" strike="noStrike">
                <a:solidFill>
                  <a:schemeClr val="dk1"/>
                </a:solidFill>
                <a:latin typeface="Verdana"/>
                <a:ea typeface="Verdana"/>
                <a:cs typeface="Verdana"/>
                <a:sym typeface="Verdana"/>
              </a:defRPr>
            </a:lvl1pPr>
            <a:lvl2pPr indent="-330200" lvl="1" marL="914400" marR="0" rtl="0" algn="l">
              <a:lnSpc>
                <a:spcPct val="120000"/>
              </a:lnSpc>
              <a:spcBef>
                <a:spcPts val="1067"/>
              </a:spcBef>
              <a:spcAft>
                <a:spcPts val="0"/>
              </a:spcAft>
              <a:buClr>
                <a:schemeClr val="accent1"/>
              </a:buClr>
              <a:buSzPts val="1600"/>
              <a:buFont typeface="Arial"/>
              <a:buChar char="–"/>
              <a:defRPr b="0" i="0" sz="1600" u="none" cap="none" strike="noStrike">
                <a:solidFill>
                  <a:schemeClr val="dk1"/>
                </a:solidFill>
                <a:latin typeface="Verdana"/>
                <a:ea typeface="Verdana"/>
                <a:cs typeface="Verdana"/>
                <a:sym typeface="Verdana"/>
              </a:defRPr>
            </a:lvl2pPr>
            <a:lvl3pPr indent="-330200" lvl="2" marL="1371600" marR="0" rtl="0" algn="l">
              <a:lnSpc>
                <a:spcPct val="120000"/>
              </a:lnSpc>
              <a:spcBef>
                <a:spcPts val="1067"/>
              </a:spcBef>
              <a:spcAft>
                <a:spcPts val="0"/>
              </a:spcAft>
              <a:buClr>
                <a:schemeClr val="accent1"/>
              </a:buClr>
              <a:buSzPts val="1600"/>
              <a:buFont typeface="Arial"/>
              <a:buChar char="•"/>
              <a:defRPr b="0" i="0" sz="1600" u="none" cap="none" strike="noStrike">
                <a:solidFill>
                  <a:schemeClr val="dk1"/>
                </a:solidFill>
                <a:latin typeface="Verdana"/>
                <a:ea typeface="Verdana"/>
                <a:cs typeface="Verdana"/>
                <a:sym typeface="Verdana"/>
              </a:defRPr>
            </a:lvl3pPr>
            <a:lvl4pPr indent="-330200" lvl="3" marL="1828800" marR="0" rtl="0" algn="l">
              <a:lnSpc>
                <a:spcPct val="120000"/>
              </a:lnSpc>
              <a:spcBef>
                <a:spcPts val="1067"/>
              </a:spcBef>
              <a:spcAft>
                <a:spcPts val="0"/>
              </a:spcAft>
              <a:buClr>
                <a:schemeClr val="accent1"/>
              </a:buClr>
              <a:buSzPts val="1600"/>
              <a:buFont typeface="Arial"/>
              <a:buChar char="–"/>
              <a:defRPr b="0" i="0" sz="1600" u="none" cap="none" strike="noStrike">
                <a:solidFill>
                  <a:schemeClr val="dk1"/>
                </a:solidFill>
                <a:latin typeface="Verdana"/>
                <a:ea typeface="Verdana"/>
                <a:cs typeface="Verdana"/>
                <a:sym typeface="Verdana"/>
              </a:defRPr>
            </a:lvl4pPr>
            <a:lvl5pPr indent="-330200" lvl="4" marL="2286000" marR="0" rtl="0" algn="l">
              <a:lnSpc>
                <a:spcPct val="120000"/>
              </a:lnSpc>
              <a:spcBef>
                <a:spcPts val="1067"/>
              </a:spcBef>
              <a:spcAft>
                <a:spcPts val="0"/>
              </a:spcAft>
              <a:buClr>
                <a:schemeClr val="accent1"/>
              </a:buClr>
              <a:buSzPts val="1600"/>
              <a:buFont typeface="Arial"/>
              <a:buChar char="»"/>
              <a:defRPr b="0" i="0" sz="1600" u="none" cap="none" strike="noStrike">
                <a:solidFill>
                  <a:schemeClr val="dk1"/>
                </a:solidFill>
                <a:latin typeface="Verdana"/>
                <a:ea typeface="Verdana"/>
                <a:cs typeface="Verdana"/>
                <a:sym typeface="Verdana"/>
              </a:defRPr>
            </a:lvl5pPr>
            <a:lvl6pPr indent="-397954" lvl="5" marL="2743200" marR="0" rtl="0" algn="l">
              <a:lnSpc>
                <a:spcPct val="100000"/>
              </a:lnSpc>
              <a:spcBef>
                <a:spcPts val="533"/>
              </a:spcBef>
              <a:spcAft>
                <a:spcPts val="0"/>
              </a:spcAft>
              <a:buClr>
                <a:schemeClr val="dk1"/>
              </a:buClr>
              <a:buSzPts val="2667"/>
              <a:buFont typeface="Arial"/>
              <a:buChar char="•"/>
              <a:defRPr b="0" i="0" sz="2667" u="none" cap="none" strike="noStrike">
                <a:solidFill>
                  <a:schemeClr val="dk1"/>
                </a:solidFill>
                <a:latin typeface="Verdana"/>
                <a:ea typeface="Verdana"/>
                <a:cs typeface="Verdana"/>
                <a:sym typeface="Verdana"/>
              </a:defRPr>
            </a:lvl6pPr>
            <a:lvl7pPr indent="-397954" lvl="6" marL="3200400" marR="0" rtl="0" algn="l">
              <a:lnSpc>
                <a:spcPct val="100000"/>
              </a:lnSpc>
              <a:spcBef>
                <a:spcPts val="533"/>
              </a:spcBef>
              <a:spcAft>
                <a:spcPts val="0"/>
              </a:spcAft>
              <a:buClr>
                <a:schemeClr val="dk1"/>
              </a:buClr>
              <a:buSzPts val="2667"/>
              <a:buFont typeface="Arial"/>
              <a:buChar char="•"/>
              <a:defRPr b="0" i="0" sz="2667" u="none" cap="none" strike="noStrike">
                <a:solidFill>
                  <a:schemeClr val="dk1"/>
                </a:solidFill>
                <a:latin typeface="Verdana"/>
                <a:ea typeface="Verdana"/>
                <a:cs typeface="Verdana"/>
                <a:sym typeface="Verdana"/>
              </a:defRPr>
            </a:lvl7pPr>
            <a:lvl8pPr indent="-397954" lvl="7" marL="3657600" marR="0" rtl="0" algn="l">
              <a:lnSpc>
                <a:spcPct val="100000"/>
              </a:lnSpc>
              <a:spcBef>
                <a:spcPts val="533"/>
              </a:spcBef>
              <a:spcAft>
                <a:spcPts val="0"/>
              </a:spcAft>
              <a:buClr>
                <a:schemeClr val="dk1"/>
              </a:buClr>
              <a:buSzPts val="2667"/>
              <a:buFont typeface="Arial"/>
              <a:buChar char="•"/>
              <a:defRPr b="0" i="0" sz="2667" u="none" cap="none" strike="noStrike">
                <a:solidFill>
                  <a:schemeClr val="dk1"/>
                </a:solidFill>
                <a:latin typeface="Verdana"/>
                <a:ea typeface="Verdana"/>
                <a:cs typeface="Verdana"/>
                <a:sym typeface="Verdana"/>
              </a:defRPr>
            </a:lvl8pPr>
            <a:lvl9pPr indent="-397954" lvl="8" marL="4114800" marR="0" rtl="0" algn="l">
              <a:lnSpc>
                <a:spcPct val="100000"/>
              </a:lnSpc>
              <a:spcBef>
                <a:spcPts val="533"/>
              </a:spcBef>
              <a:spcAft>
                <a:spcPts val="0"/>
              </a:spcAft>
              <a:buClr>
                <a:schemeClr val="dk1"/>
              </a:buClr>
              <a:buSzPts val="2667"/>
              <a:buFont typeface="Arial"/>
              <a:buChar char="•"/>
              <a:defRPr b="0" i="0" sz="2667" u="none" cap="none" strike="noStrike">
                <a:solidFill>
                  <a:schemeClr val="dk1"/>
                </a:solidFill>
                <a:latin typeface="Verdana"/>
                <a:ea typeface="Verdana"/>
                <a:cs typeface="Verdana"/>
                <a:sym typeface="Verdana"/>
              </a:defRPr>
            </a:lvl9pPr>
          </a:lstStyle>
          <a:p/>
        </p:txBody>
      </p:sp>
      <p:sp>
        <p:nvSpPr>
          <p:cNvPr id="44" name="Google Shape;44;p28"/>
          <p:cNvSpPr txBox="1"/>
          <p:nvPr>
            <p:ph idx="3" type="body"/>
          </p:nvPr>
        </p:nvSpPr>
        <p:spPr>
          <a:xfrm>
            <a:off x="5442365" y="1704159"/>
            <a:ext cx="5725194" cy="392029"/>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20000"/>
              </a:lnSpc>
              <a:spcBef>
                <a:spcPts val="0"/>
              </a:spcBef>
              <a:spcAft>
                <a:spcPts val="0"/>
              </a:spcAft>
              <a:buClr>
                <a:srgbClr val="0A4FA3"/>
              </a:buClr>
              <a:buSzPts val="1600"/>
              <a:buFont typeface="Arial"/>
              <a:buNone/>
              <a:defRPr b="0" i="0" sz="1600" u="none" cap="none" strike="noStrike">
                <a:solidFill>
                  <a:srgbClr val="0A4FA3"/>
                </a:solidFill>
                <a:latin typeface="Verdana"/>
                <a:ea typeface="Verdana"/>
                <a:cs typeface="Verdana"/>
                <a:sym typeface="Verdana"/>
              </a:defRPr>
            </a:lvl1pPr>
            <a:lvl2pPr indent="-465645" lvl="1" marL="914400" marR="0" rtl="0" algn="l">
              <a:lnSpc>
                <a:spcPct val="100000"/>
              </a:lnSpc>
              <a:spcBef>
                <a:spcPts val="747"/>
              </a:spcBef>
              <a:spcAft>
                <a:spcPts val="0"/>
              </a:spcAft>
              <a:buClr>
                <a:schemeClr val="dk1"/>
              </a:buClr>
              <a:buSzPts val="3733"/>
              <a:buFont typeface="Arial"/>
              <a:buChar char="–"/>
              <a:defRPr b="0" i="0" sz="3733" u="none" cap="none" strike="noStrike">
                <a:solidFill>
                  <a:schemeClr val="dk1"/>
                </a:solidFill>
                <a:latin typeface="Verdana"/>
                <a:ea typeface="Verdana"/>
                <a:cs typeface="Verdana"/>
                <a:sym typeface="Verdana"/>
              </a:defRPr>
            </a:lvl2pPr>
            <a:lvl3pPr indent="-431800" lvl="2" marL="1371600" marR="0" rtl="0" algn="l">
              <a:lnSpc>
                <a:spcPct val="100000"/>
              </a:lnSpc>
              <a:spcBef>
                <a:spcPts val="640"/>
              </a:spcBef>
              <a:spcAft>
                <a:spcPts val="0"/>
              </a:spcAft>
              <a:buClr>
                <a:schemeClr val="dk1"/>
              </a:buClr>
              <a:buSzPts val="3200"/>
              <a:buFont typeface="Arial"/>
              <a:buChar char="•"/>
              <a:defRPr b="0" i="0" sz="3200" u="none" cap="none" strike="noStrike">
                <a:solidFill>
                  <a:schemeClr val="dk1"/>
                </a:solidFill>
                <a:latin typeface="Verdana"/>
                <a:ea typeface="Verdana"/>
                <a:cs typeface="Verdana"/>
                <a:sym typeface="Verdana"/>
              </a:defRPr>
            </a:lvl3pPr>
            <a:lvl4pPr indent="-397954" lvl="3" marL="1828800" marR="0" rtl="0" algn="l">
              <a:lnSpc>
                <a:spcPct val="100000"/>
              </a:lnSpc>
              <a:spcBef>
                <a:spcPts val="533"/>
              </a:spcBef>
              <a:spcAft>
                <a:spcPts val="0"/>
              </a:spcAft>
              <a:buClr>
                <a:schemeClr val="dk1"/>
              </a:buClr>
              <a:buSzPts val="2667"/>
              <a:buFont typeface="Arial"/>
              <a:buChar char="–"/>
              <a:defRPr b="0" i="0" sz="2667" u="none" cap="none" strike="noStrike">
                <a:solidFill>
                  <a:schemeClr val="dk1"/>
                </a:solidFill>
                <a:latin typeface="Verdana"/>
                <a:ea typeface="Verdana"/>
                <a:cs typeface="Verdana"/>
                <a:sym typeface="Verdana"/>
              </a:defRPr>
            </a:lvl4pPr>
            <a:lvl5pPr indent="-397954" lvl="4" marL="2286000" marR="0" rtl="0" algn="l">
              <a:lnSpc>
                <a:spcPct val="100000"/>
              </a:lnSpc>
              <a:spcBef>
                <a:spcPts val="533"/>
              </a:spcBef>
              <a:spcAft>
                <a:spcPts val="0"/>
              </a:spcAft>
              <a:buClr>
                <a:schemeClr val="dk1"/>
              </a:buClr>
              <a:buSzPts val="2667"/>
              <a:buFont typeface="Arial"/>
              <a:buChar char="»"/>
              <a:defRPr b="0" i="0" sz="2667" u="none" cap="none" strike="noStrike">
                <a:solidFill>
                  <a:schemeClr val="dk1"/>
                </a:solidFill>
                <a:latin typeface="Verdana"/>
                <a:ea typeface="Verdana"/>
                <a:cs typeface="Verdana"/>
                <a:sym typeface="Verdana"/>
              </a:defRPr>
            </a:lvl5pPr>
            <a:lvl6pPr indent="-397954" lvl="5" marL="2743200" marR="0" rtl="0" algn="l">
              <a:lnSpc>
                <a:spcPct val="100000"/>
              </a:lnSpc>
              <a:spcBef>
                <a:spcPts val="533"/>
              </a:spcBef>
              <a:spcAft>
                <a:spcPts val="0"/>
              </a:spcAft>
              <a:buClr>
                <a:schemeClr val="dk1"/>
              </a:buClr>
              <a:buSzPts val="2667"/>
              <a:buFont typeface="Arial"/>
              <a:buChar char="•"/>
              <a:defRPr b="0" i="0" sz="2667" u="none" cap="none" strike="noStrike">
                <a:solidFill>
                  <a:schemeClr val="dk1"/>
                </a:solidFill>
                <a:latin typeface="Verdana"/>
                <a:ea typeface="Verdana"/>
                <a:cs typeface="Verdana"/>
                <a:sym typeface="Verdana"/>
              </a:defRPr>
            </a:lvl6pPr>
            <a:lvl7pPr indent="-397954" lvl="6" marL="3200400" marR="0" rtl="0" algn="l">
              <a:lnSpc>
                <a:spcPct val="100000"/>
              </a:lnSpc>
              <a:spcBef>
                <a:spcPts val="533"/>
              </a:spcBef>
              <a:spcAft>
                <a:spcPts val="0"/>
              </a:spcAft>
              <a:buClr>
                <a:schemeClr val="dk1"/>
              </a:buClr>
              <a:buSzPts val="2667"/>
              <a:buFont typeface="Arial"/>
              <a:buChar char="•"/>
              <a:defRPr b="0" i="0" sz="2667" u="none" cap="none" strike="noStrike">
                <a:solidFill>
                  <a:schemeClr val="dk1"/>
                </a:solidFill>
                <a:latin typeface="Verdana"/>
                <a:ea typeface="Verdana"/>
                <a:cs typeface="Verdana"/>
                <a:sym typeface="Verdana"/>
              </a:defRPr>
            </a:lvl7pPr>
            <a:lvl8pPr indent="-397954" lvl="7" marL="3657600" marR="0" rtl="0" algn="l">
              <a:lnSpc>
                <a:spcPct val="100000"/>
              </a:lnSpc>
              <a:spcBef>
                <a:spcPts val="533"/>
              </a:spcBef>
              <a:spcAft>
                <a:spcPts val="0"/>
              </a:spcAft>
              <a:buClr>
                <a:schemeClr val="dk1"/>
              </a:buClr>
              <a:buSzPts val="2667"/>
              <a:buFont typeface="Arial"/>
              <a:buChar char="•"/>
              <a:defRPr b="0" i="0" sz="2667" u="none" cap="none" strike="noStrike">
                <a:solidFill>
                  <a:schemeClr val="dk1"/>
                </a:solidFill>
                <a:latin typeface="Verdana"/>
                <a:ea typeface="Verdana"/>
                <a:cs typeface="Verdana"/>
                <a:sym typeface="Verdana"/>
              </a:defRPr>
            </a:lvl8pPr>
            <a:lvl9pPr indent="-397954" lvl="8" marL="4114800" marR="0" rtl="0" algn="l">
              <a:lnSpc>
                <a:spcPct val="100000"/>
              </a:lnSpc>
              <a:spcBef>
                <a:spcPts val="533"/>
              </a:spcBef>
              <a:spcAft>
                <a:spcPts val="0"/>
              </a:spcAft>
              <a:buClr>
                <a:schemeClr val="dk1"/>
              </a:buClr>
              <a:buSzPts val="2667"/>
              <a:buFont typeface="Arial"/>
              <a:buChar char="•"/>
              <a:defRPr b="0" i="0" sz="2667" u="none" cap="none" strike="noStrike">
                <a:solidFill>
                  <a:schemeClr val="dk1"/>
                </a:solidFill>
                <a:latin typeface="Verdana"/>
                <a:ea typeface="Verdana"/>
                <a:cs typeface="Verdana"/>
                <a:sym typeface="Verdana"/>
              </a:defRPr>
            </a:lvl9pPr>
          </a:lstStyle>
          <a:p/>
        </p:txBody>
      </p:sp>
      <p:sp>
        <p:nvSpPr>
          <p:cNvPr id="45" name="Google Shape;45;p28"/>
          <p:cNvSpPr txBox="1"/>
          <p:nvPr>
            <p:ph idx="4" type="body"/>
          </p:nvPr>
        </p:nvSpPr>
        <p:spPr>
          <a:xfrm>
            <a:off x="5442365" y="510580"/>
            <a:ext cx="5725194" cy="604400"/>
          </a:xfrm>
          <a:prstGeom prst="rect">
            <a:avLst/>
          </a:prstGeom>
          <a:noFill/>
          <a:ln>
            <a:noFill/>
          </a:ln>
        </p:spPr>
        <p:txBody>
          <a:bodyPr anchorCtr="0" anchor="ctr" bIns="45700" lIns="91425" spcFirstLastPara="1" rIns="91425" wrap="square" tIns="45700">
            <a:noAutofit/>
          </a:bodyPr>
          <a:lstStyle>
            <a:lvl1pPr indent="-228600" lvl="0" marL="457200" marR="0" rtl="0" algn="l">
              <a:lnSpc>
                <a:spcPct val="100000"/>
              </a:lnSpc>
              <a:spcBef>
                <a:spcPts val="0"/>
              </a:spcBef>
              <a:spcAft>
                <a:spcPts val="0"/>
              </a:spcAft>
              <a:buClr>
                <a:schemeClr val="lt1"/>
              </a:buClr>
              <a:buSzPts val="2933"/>
              <a:buFont typeface="Arial"/>
              <a:buNone/>
              <a:defRPr b="1" i="0" sz="2933" u="none" cap="none" strike="noStrike">
                <a:solidFill>
                  <a:schemeClr val="lt1"/>
                </a:solidFill>
                <a:latin typeface="Verdana"/>
                <a:ea typeface="Verdana"/>
                <a:cs typeface="Verdana"/>
                <a:sym typeface="Verdana"/>
              </a:defRPr>
            </a:lvl1pPr>
            <a:lvl2pPr indent="-465645" lvl="1" marL="914400" marR="0" rtl="0" algn="l">
              <a:lnSpc>
                <a:spcPct val="100000"/>
              </a:lnSpc>
              <a:spcBef>
                <a:spcPts val="747"/>
              </a:spcBef>
              <a:spcAft>
                <a:spcPts val="0"/>
              </a:spcAft>
              <a:buClr>
                <a:schemeClr val="dk1"/>
              </a:buClr>
              <a:buSzPts val="3733"/>
              <a:buFont typeface="Arial"/>
              <a:buChar char="–"/>
              <a:defRPr b="0" i="0" sz="3733" u="none" cap="none" strike="noStrike">
                <a:solidFill>
                  <a:schemeClr val="dk1"/>
                </a:solidFill>
                <a:latin typeface="Verdana"/>
                <a:ea typeface="Verdana"/>
                <a:cs typeface="Verdana"/>
                <a:sym typeface="Verdana"/>
              </a:defRPr>
            </a:lvl2pPr>
            <a:lvl3pPr indent="-431800" lvl="2" marL="1371600" marR="0" rtl="0" algn="l">
              <a:lnSpc>
                <a:spcPct val="100000"/>
              </a:lnSpc>
              <a:spcBef>
                <a:spcPts val="640"/>
              </a:spcBef>
              <a:spcAft>
                <a:spcPts val="0"/>
              </a:spcAft>
              <a:buClr>
                <a:schemeClr val="dk1"/>
              </a:buClr>
              <a:buSzPts val="3200"/>
              <a:buFont typeface="Arial"/>
              <a:buChar char="•"/>
              <a:defRPr b="0" i="0" sz="3200" u="none" cap="none" strike="noStrike">
                <a:solidFill>
                  <a:schemeClr val="dk1"/>
                </a:solidFill>
                <a:latin typeface="Verdana"/>
                <a:ea typeface="Verdana"/>
                <a:cs typeface="Verdana"/>
                <a:sym typeface="Verdana"/>
              </a:defRPr>
            </a:lvl3pPr>
            <a:lvl4pPr indent="-397954" lvl="3" marL="1828800" marR="0" rtl="0" algn="l">
              <a:lnSpc>
                <a:spcPct val="100000"/>
              </a:lnSpc>
              <a:spcBef>
                <a:spcPts val="533"/>
              </a:spcBef>
              <a:spcAft>
                <a:spcPts val="0"/>
              </a:spcAft>
              <a:buClr>
                <a:schemeClr val="dk1"/>
              </a:buClr>
              <a:buSzPts val="2667"/>
              <a:buFont typeface="Arial"/>
              <a:buChar char="–"/>
              <a:defRPr b="0" i="0" sz="2667" u="none" cap="none" strike="noStrike">
                <a:solidFill>
                  <a:schemeClr val="dk1"/>
                </a:solidFill>
                <a:latin typeface="Verdana"/>
                <a:ea typeface="Verdana"/>
                <a:cs typeface="Verdana"/>
                <a:sym typeface="Verdana"/>
              </a:defRPr>
            </a:lvl4pPr>
            <a:lvl5pPr indent="-397954" lvl="4" marL="2286000" marR="0" rtl="0" algn="l">
              <a:lnSpc>
                <a:spcPct val="100000"/>
              </a:lnSpc>
              <a:spcBef>
                <a:spcPts val="533"/>
              </a:spcBef>
              <a:spcAft>
                <a:spcPts val="0"/>
              </a:spcAft>
              <a:buClr>
                <a:schemeClr val="dk1"/>
              </a:buClr>
              <a:buSzPts val="2667"/>
              <a:buFont typeface="Arial"/>
              <a:buChar char="»"/>
              <a:defRPr b="0" i="0" sz="2667" u="none" cap="none" strike="noStrike">
                <a:solidFill>
                  <a:schemeClr val="dk1"/>
                </a:solidFill>
                <a:latin typeface="Verdana"/>
                <a:ea typeface="Verdana"/>
                <a:cs typeface="Verdana"/>
                <a:sym typeface="Verdana"/>
              </a:defRPr>
            </a:lvl5pPr>
            <a:lvl6pPr indent="-397954" lvl="5" marL="2743200" marR="0" rtl="0" algn="l">
              <a:lnSpc>
                <a:spcPct val="100000"/>
              </a:lnSpc>
              <a:spcBef>
                <a:spcPts val="533"/>
              </a:spcBef>
              <a:spcAft>
                <a:spcPts val="0"/>
              </a:spcAft>
              <a:buClr>
                <a:schemeClr val="dk1"/>
              </a:buClr>
              <a:buSzPts val="2667"/>
              <a:buFont typeface="Arial"/>
              <a:buChar char="•"/>
              <a:defRPr b="0" i="0" sz="2667" u="none" cap="none" strike="noStrike">
                <a:solidFill>
                  <a:schemeClr val="dk1"/>
                </a:solidFill>
                <a:latin typeface="Verdana"/>
                <a:ea typeface="Verdana"/>
                <a:cs typeface="Verdana"/>
                <a:sym typeface="Verdana"/>
              </a:defRPr>
            </a:lvl6pPr>
            <a:lvl7pPr indent="-397954" lvl="6" marL="3200400" marR="0" rtl="0" algn="l">
              <a:lnSpc>
                <a:spcPct val="100000"/>
              </a:lnSpc>
              <a:spcBef>
                <a:spcPts val="533"/>
              </a:spcBef>
              <a:spcAft>
                <a:spcPts val="0"/>
              </a:spcAft>
              <a:buClr>
                <a:schemeClr val="dk1"/>
              </a:buClr>
              <a:buSzPts val="2667"/>
              <a:buFont typeface="Arial"/>
              <a:buChar char="•"/>
              <a:defRPr b="0" i="0" sz="2667" u="none" cap="none" strike="noStrike">
                <a:solidFill>
                  <a:schemeClr val="dk1"/>
                </a:solidFill>
                <a:latin typeface="Verdana"/>
                <a:ea typeface="Verdana"/>
                <a:cs typeface="Verdana"/>
                <a:sym typeface="Verdana"/>
              </a:defRPr>
            </a:lvl7pPr>
            <a:lvl8pPr indent="-397954" lvl="7" marL="3657600" marR="0" rtl="0" algn="l">
              <a:lnSpc>
                <a:spcPct val="100000"/>
              </a:lnSpc>
              <a:spcBef>
                <a:spcPts val="533"/>
              </a:spcBef>
              <a:spcAft>
                <a:spcPts val="0"/>
              </a:spcAft>
              <a:buClr>
                <a:schemeClr val="dk1"/>
              </a:buClr>
              <a:buSzPts val="2667"/>
              <a:buFont typeface="Arial"/>
              <a:buChar char="•"/>
              <a:defRPr b="0" i="0" sz="2667" u="none" cap="none" strike="noStrike">
                <a:solidFill>
                  <a:schemeClr val="dk1"/>
                </a:solidFill>
                <a:latin typeface="Verdana"/>
                <a:ea typeface="Verdana"/>
                <a:cs typeface="Verdana"/>
                <a:sym typeface="Verdana"/>
              </a:defRPr>
            </a:lvl8pPr>
            <a:lvl9pPr indent="-397954" lvl="8" marL="4114800" marR="0" rtl="0" algn="l">
              <a:lnSpc>
                <a:spcPct val="100000"/>
              </a:lnSpc>
              <a:spcBef>
                <a:spcPts val="533"/>
              </a:spcBef>
              <a:spcAft>
                <a:spcPts val="0"/>
              </a:spcAft>
              <a:buClr>
                <a:schemeClr val="dk1"/>
              </a:buClr>
              <a:buSzPts val="2667"/>
              <a:buFont typeface="Arial"/>
              <a:buChar char="•"/>
              <a:defRPr b="0" i="0" sz="2667" u="none" cap="none" strike="noStrike">
                <a:solidFill>
                  <a:schemeClr val="dk1"/>
                </a:solidFill>
                <a:latin typeface="Verdana"/>
                <a:ea typeface="Verdana"/>
                <a:cs typeface="Verdana"/>
                <a:sym typeface="Verdana"/>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xt Layout 2 w/ Image">
  <p:cSld name="Text Layout 2 w/ Image">
    <p:spTree>
      <p:nvGrpSpPr>
        <p:cNvPr id="46" name="Shape 46"/>
        <p:cNvGrpSpPr/>
        <p:nvPr/>
      </p:nvGrpSpPr>
      <p:grpSpPr>
        <a:xfrm>
          <a:off x="0" y="0"/>
          <a:ext cx="0" cy="0"/>
          <a:chOff x="0" y="0"/>
          <a:chExt cx="0" cy="0"/>
        </a:xfrm>
      </p:grpSpPr>
      <p:sp>
        <p:nvSpPr>
          <p:cNvPr id="47" name="Google Shape;47;p29"/>
          <p:cNvSpPr/>
          <p:nvPr/>
        </p:nvSpPr>
        <p:spPr>
          <a:xfrm>
            <a:off x="2309786" y="22"/>
            <a:ext cx="9882214" cy="6857977"/>
          </a:xfrm>
          <a:custGeom>
            <a:rect b="b" l="l" r="r" t="t"/>
            <a:pathLst>
              <a:path extrusionOk="0" h="6857977" w="9882214">
                <a:moveTo>
                  <a:pt x="452398" y="23"/>
                </a:moveTo>
                <a:lnTo>
                  <a:pt x="9882214" y="0"/>
                </a:lnTo>
                <a:lnTo>
                  <a:pt x="9882214" y="6857977"/>
                </a:lnTo>
                <a:lnTo>
                  <a:pt x="0" y="6857977"/>
                </a:lnTo>
                <a:cubicBezTo>
                  <a:pt x="1534082" y="5317045"/>
                  <a:pt x="2778399" y="4327446"/>
                  <a:pt x="2853799" y="3184454"/>
                </a:cubicBezTo>
                <a:cubicBezTo>
                  <a:pt x="2624860" y="2690954"/>
                  <a:pt x="3221248" y="3385858"/>
                  <a:pt x="2821014" y="2855119"/>
                </a:cubicBezTo>
                <a:cubicBezTo>
                  <a:pt x="2508102" y="2205855"/>
                  <a:pt x="1398615" y="934882"/>
                  <a:pt x="452398" y="23"/>
                </a:cubicBezTo>
                <a:close/>
              </a:path>
            </a:pathLst>
          </a:cu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Verdana"/>
              <a:ea typeface="Verdana"/>
              <a:cs typeface="Verdana"/>
              <a:sym typeface="Verdana"/>
            </a:endParaRPr>
          </a:p>
        </p:txBody>
      </p:sp>
      <p:sp>
        <p:nvSpPr>
          <p:cNvPr id="48" name="Google Shape;48;p29"/>
          <p:cNvSpPr/>
          <p:nvPr/>
        </p:nvSpPr>
        <p:spPr>
          <a:xfrm>
            <a:off x="11239536" y="214290"/>
            <a:ext cx="952464" cy="1285884"/>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Verdana"/>
              <a:ea typeface="Verdana"/>
              <a:cs typeface="Verdana"/>
              <a:sym typeface="Verdana"/>
            </a:endParaRPr>
          </a:p>
        </p:txBody>
      </p:sp>
      <p:pic>
        <p:nvPicPr>
          <p:cNvPr descr="rr email template-05-05.png" id="49" name="Google Shape;49;p29"/>
          <p:cNvPicPr preferRelativeResize="0"/>
          <p:nvPr/>
        </p:nvPicPr>
        <p:blipFill rotWithShape="1">
          <a:blip r:embed="rId2">
            <a:alphaModFix/>
          </a:blip>
          <a:srcRect b="41341" l="9281" r="20693" t="45315"/>
          <a:stretch/>
        </p:blipFill>
        <p:spPr>
          <a:xfrm flipH="1">
            <a:off x="3977748" y="375061"/>
            <a:ext cx="8214252" cy="875960"/>
          </a:xfrm>
          <a:prstGeom prst="rect">
            <a:avLst/>
          </a:prstGeom>
          <a:noFill/>
          <a:ln>
            <a:noFill/>
          </a:ln>
        </p:spPr>
      </p:pic>
      <p:pic>
        <p:nvPicPr>
          <p:cNvPr descr="rr email template-09.png" id="50" name="Google Shape;50;p29"/>
          <p:cNvPicPr preferRelativeResize="0"/>
          <p:nvPr/>
        </p:nvPicPr>
        <p:blipFill rotWithShape="1">
          <a:blip r:embed="rId3">
            <a:alphaModFix/>
          </a:blip>
          <a:srcRect b="0" l="55442" r="0" t="0"/>
          <a:stretch/>
        </p:blipFill>
        <p:spPr>
          <a:xfrm flipH="1">
            <a:off x="0" y="-13664"/>
            <a:ext cx="5442365" cy="6871688"/>
          </a:xfrm>
          <a:prstGeom prst="rect">
            <a:avLst/>
          </a:prstGeom>
          <a:noFill/>
          <a:ln>
            <a:noFill/>
          </a:ln>
        </p:spPr>
      </p:pic>
      <p:pic>
        <p:nvPicPr>
          <p:cNvPr descr="rr email template-09.png" id="51" name="Google Shape;51;p29"/>
          <p:cNvPicPr preferRelativeResize="0"/>
          <p:nvPr/>
        </p:nvPicPr>
        <p:blipFill rotWithShape="1">
          <a:blip r:embed="rId3">
            <a:alphaModFix/>
          </a:blip>
          <a:srcRect b="611" l="16596" r="55358" t="206"/>
          <a:stretch/>
        </p:blipFill>
        <p:spPr>
          <a:xfrm flipH="1">
            <a:off x="2098842" y="-13663"/>
            <a:ext cx="3425651" cy="6871663"/>
          </a:xfrm>
          <a:prstGeom prst="rect">
            <a:avLst/>
          </a:prstGeom>
          <a:noFill/>
          <a:ln>
            <a:noFill/>
          </a:ln>
        </p:spPr>
      </p:pic>
      <p:sp>
        <p:nvSpPr>
          <p:cNvPr id="52" name="Google Shape;52;p29"/>
          <p:cNvSpPr/>
          <p:nvPr>
            <p:ph idx="2" type="pic"/>
          </p:nvPr>
        </p:nvSpPr>
        <p:spPr>
          <a:xfrm>
            <a:off x="1" y="-22995"/>
            <a:ext cx="5048229" cy="6890349"/>
          </a:xfrm>
          <a:prstGeom prst="rect">
            <a:avLst/>
          </a:prstGeom>
          <a:noFill/>
          <a:ln>
            <a:noFill/>
          </a:ln>
        </p:spPr>
      </p:sp>
      <p:sp>
        <p:nvSpPr>
          <p:cNvPr id="53" name="Google Shape;53;p29"/>
          <p:cNvSpPr txBox="1"/>
          <p:nvPr>
            <p:ph idx="1" type="body"/>
          </p:nvPr>
        </p:nvSpPr>
        <p:spPr>
          <a:xfrm>
            <a:off x="5442904" y="2287889"/>
            <a:ext cx="5725194" cy="4237455"/>
          </a:xfrm>
          <a:prstGeom prst="rect">
            <a:avLst/>
          </a:prstGeom>
          <a:noFill/>
          <a:ln>
            <a:noFill/>
          </a:ln>
        </p:spPr>
        <p:txBody>
          <a:bodyPr anchorCtr="0" anchor="t" bIns="45700" lIns="91425" spcFirstLastPara="1" rIns="91425" wrap="square" tIns="45700">
            <a:noAutofit/>
          </a:bodyPr>
          <a:lstStyle>
            <a:lvl1pPr indent="-321754" lvl="0" marL="457200" marR="0" rtl="0" algn="l">
              <a:lnSpc>
                <a:spcPct val="120000"/>
              </a:lnSpc>
              <a:spcBef>
                <a:spcPts val="1067"/>
              </a:spcBef>
              <a:spcAft>
                <a:spcPts val="0"/>
              </a:spcAft>
              <a:buClr>
                <a:schemeClr val="accent1"/>
              </a:buClr>
              <a:buSzPts val="1467"/>
              <a:buFont typeface="Arial"/>
              <a:buChar char="•"/>
              <a:defRPr b="0" i="0" sz="1467" u="none" cap="none" strike="noStrike">
                <a:solidFill>
                  <a:schemeClr val="dk1"/>
                </a:solidFill>
                <a:latin typeface="Verdana"/>
                <a:ea typeface="Verdana"/>
                <a:cs typeface="Verdana"/>
                <a:sym typeface="Verdana"/>
              </a:defRPr>
            </a:lvl1pPr>
            <a:lvl2pPr indent="-330200" lvl="1" marL="914400" marR="0" rtl="0" algn="l">
              <a:lnSpc>
                <a:spcPct val="120000"/>
              </a:lnSpc>
              <a:spcBef>
                <a:spcPts val="1067"/>
              </a:spcBef>
              <a:spcAft>
                <a:spcPts val="0"/>
              </a:spcAft>
              <a:buClr>
                <a:schemeClr val="accent1"/>
              </a:buClr>
              <a:buSzPts val="1600"/>
              <a:buFont typeface="Arial"/>
              <a:buChar char="–"/>
              <a:defRPr b="0" i="0" sz="1600" u="none" cap="none" strike="noStrike">
                <a:solidFill>
                  <a:schemeClr val="dk1"/>
                </a:solidFill>
                <a:latin typeface="Verdana"/>
                <a:ea typeface="Verdana"/>
                <a:cs typeface="Verdana"/>
                <a:sym typeface="Verdana"/>
              </a:defRPr>
            </a:lvl2pPr>
            <a:lvl3pPr indent="-330200" lvl="2" marL="1371600" marR="0" rtl="0" algn="l">
              <a:lnSpc>
                <a:spcPct val="120000"/>
              </a:lnSpc>
              <a:spcBef>
                <a:spcPts val="1067"/>
              </a:spcBef>
              <a:spcAft>
                <a:spcPts val="0"/>
              </a:spcAft>
              <a:buClr>
                <a:schemeClr val="accent1"/>
              </a:buClr>
              <a:buSzPts val="1600"/>
              <a:buFont typeface="Arial"/>
              <a:buChar char="•"/>
              <a:defRPr b="0" i="0" sz="1600" u="none" cap="none" strike="noStrike">
                <a:solidFill>
                  <a:schemeClr val="dk1"/>
                </a:solidFill>
                <a:latin typeface="Verdana"/>
                <a:ea typeface="Verdana"/>
                <a:cs typeface="Verdana"/>
                <a:sym typeface="Verdana"/>
              </a:defRPr>
            </a:lvl3pPr>
            <a:lvl4pPr indent="-330200" lvl="3" marL="1828800" marR="0" rtl="0" algn="l">
              <a:lnSpc>
                <a:spcPct val="120000"/>
              </a:lnSpc>
              <a:spcBef>
                <a:spcPts val="1067"/>
              </a:spcBef>
              <a:spcAft>
                <a:spcPts val="0"/>
              </a:spcAft>
              <a:buClr>
                <a:schemeClr val="accent1"/>
              </a:buClr>
              <a:buSzPts val="1600"/>
              <a:buFont typeface="Arial"/>
              <a:buChar char="–"/>
              <a:defRPr b="0" i="0" sz="1600" u="none" cap="none" strike="noStrike">
                <a:solidFill>
                  <a:schemeClr val="dk1"/>
                </a:solidFill>
                <a:latin typeface="Verdana"/>
                <a:ea typeface="Verdana"/>
                <a:cs typeface="Verdana"/>
                <a:sym typeface="Verdana"/>
              </a:defRPr>
            </a:lvl4pPr>
            <a:lvl5pPr indent="-330200" lvl="4" marL="2286000" marR="0" rtl="0" algn="l">
              <a:lnSpc>
                <a:spcPct val="120000"/>
              </a:lnSpc>
              <a:spcBef>
                <a:spcPts val="1067"/>
              </a:spcBef>
              <a:spcAft>
                <a:spcPts val="0"/>
              </a:spcAft>
              <a:buClr>
                <a:schemeClr val="accent1"/>
              </a:buClr>
              <a:buSzPts val="1600"/>
              <a:buFont typeface="Arial"/>
              <a:buChar char="»"/>
              <a:defRPr b="0" i="0" sz="1600" u="none" cap="none" strike="noStrike">
                <a:solidFill>
                  <a:schemeClr val="dk1"/>
                </a:solidFill>
                <a:latin typeface="Verdana"/>
                <a:ea typeface="Verdana"/>
                <a:cs typeface="Verdana"/>
                <a:sym typeface="Verdana"/>
              </a:defRPr>
            </a:lvl5pPr>
            <a:lvl6pPr indent="-397954" lvl="5" marL="2743200" marR="0" rtl="0" algn="l">
              <a:lnSpc>
                <a:spcPct val="100000"/>
              </a:lnSpc>
              <a:spcBef>
                <a:spcPts val="533"/>
              </a:spcBef>
              <a:spcAft>
                <a:spcPts val="0"/>
              </a:spcAft>
              <a:buClr>
                <a:schemeClr val="dk1"/>
              </a:buClr>
              <a:buSzPts val="2667"/>
              <a:buFont typeface="Arial"/>
              <a:buChar char="•"/>
              <a:defRPr b="0" i="0" sz="2667" u="none" cap="none" strike="noStrike">
                <a:solidFill>
                  <a:schemeClr val="dk1"/>
                </a:solidFill>
                <a:latin typeface="Verdana"/>
                <a:ea typeface="Verdana"/>
                <a:cs typeface="Verdana"/>
                <a:sym typeface="Verdana"/>
              </a:defRPr>
            </a:lvl6pPr>
            <a:lvl7pPr indent="-397954" lvl="6" marL="3200400" marR="0" rtl="0" algn="l">
              <a:lnSpc>
                <a:spcPct val="100000"/>
              </a:lnSpc>
              <a:spcBef>
                <a:spcPts val="533"/>
              </a:spcBef>
              <a:spcAft>
                <a:spcPts val="0"/>
              </a:spcAft>
              <a:buClr>
                <a:schemeClr val="dk1"/>
              </a:buClr>
              <a:buSzPts val="2667"/>
              <a:buFont typeface="Arial"/>
              <a:buChar char="•"/>
              <a:defRPr b="0" i="0" sz="2667" u="none" cap="none" strike="noStrike">
                <a:solidFill>
                  <a:schemeClr val="dk1"/>
                </a:solidFill>
                <a:latin typeface="Verdana"/>
                <a:ea typeface="Verdana"/>
                <a:cs typeface="Verdana"/>
                <a:sym typeface="Verdana"/>
              </a:defRPr>
            </a:lvl7pPr>
            <a:lvl8pPr indent="-397954" lvl="7" marL="3657600" marR="0" rtl="0" algn="l">
              <a:lnSpc>
                <a:spcPct val="100000"/>
              </a:lnSpc>
              <a:spcBef>
                <a:spcPts val="533"/>
              </a:spcBef>
              <a:spcAft>
                <a:spcPts val="0"/>
              </a:spcAft>
              <a:buClr>
                <a:schemeClr val="dk1"/>
              </a:buClr>
              <a:buSzPts val="2667"/>
              <a:buFont typeface="Arial"/>
              <a:buChar char="•"/>
              <a:defRPr b="0" i="0" sz="2667" u="none" cap="none" strike="noStrike">
                <a:solidFill>
                  <a:schemeClr val="dk1"/>
                </a:solidFill>
                <a:latin typeface="Verdana"/>
                <a:ea typeface="Verdana"/>
                <a:cs typeface="Verdana"/>
                <a:sym typeface="Verdana"/>
              </a:defRPr>
            </a:lvl8pPr>
            <a:lvl9pPr indent="-397954" lvl="8" marL="4114800" marR="0" rtl="0" algn="l">
              <a:lnSpc>
                <a:spcPct val="100000"/>
              </a:lnSpc>
              <a:spcBef>
                <a:spcPts val="533"/>
              </a:spcBef>
              <a:spcAft>
                <a:spcPts val="0"/>
              </a:spcAft>
              <a:buClr>
                <a:schemeClr val="dk1"/>
              </a:buClr>
              <a:buSzPts val="2667"/>
              <a:buFont typeface="Arial"/>
              <a:buChar char="•"/>
              <a:defRPr b="0" i="0" sz="2667" u="none" cap="none" strike="noStrike">
                <a:solidFill>
                  <a:schemeClr val="dk1"/>
                </a:solidFill>
                <a:latin typeface="Verdana"/>
                <a:ea typeface="Verdana"/>
                <a:cs typeface="Verdana"/>
                <a:sym typeface="Verdana"/>
              </a:defRPr>
            </a:lvl9pPr>
          </a:lstStyle>
          <a:p/>
        </p:txBody>
      </p:sp>
      <p:sp>
        <p:nvSpPr>
          <p:cNvPr id="54" name="Google Shape;54;p29"/>
          <p:cNvSpPr txBox="1"/>
          <p:nvPr>
            <p:ph idx="3" type="body"/>
          </p:nvPr>
        </p:nvSpPr>
        <p:spPr>
          <a:xfrm>
            <a:off x="5442365" y="1704159"/>
            <a:ext cx="5725194" cy="392029"/>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20000"/>
              </a:lnSpc>
              <a:spcBef>
                <a:spcPts val="0"/>
              </a:spcBef>
              <a:spcAft>
                <a:spcPts val="0"/>
              </a:spcAft>
              <a:buClr>
                <a:srgbClr val="0A4FA3"/>
              </a:buClr>
              <a:buSzPts val="1600"/>
              <a:buFont typeface="Arial"/>
              <a:buNone/>
              <a:defRPr b="0" i="0" sz="1600" u="none" cap="none" strike="noStrike">
                <a:solidFill>
                  <a:srgbClr val="0A4FA3"/>
                </a:solidFill>
                <a:latin typeface="Verdana"/>
                <a:ea typeface="Verdana"/>
                <a:cs typeface="Verdana"/>
                <a:sym typeface="Verdana"/>
              </a:defRPr>
            </a:lvl1pPr>
            <a:lvl2pPr indent="-465645" lvl="1" marL="914400" marR="0" rtl="0" algn="l">
              <a:lnSpc>
                <a:spcPct val="100000"/>
              </a:lnSpc>
              <a:spcBef>
                <a:spcPts val="747"/>
              </a:spcBef>
              <a:spcAft>
                <a:spcPts val="0"/>
              </a:spcAft>
              <a:buClr>
                <a:schemeClr val="dk1"/>
              </a:buClr>
              <a:buSzPts val="3733"/>
              <a:buFont typeface="Arial"/>
              <a:buChar char="–"/>
              <a:defRPr b="0" i="0" sz="3733" u="none" cap="none" strike="noStrike">
                <a:solidFill>
                  <a:schemeClr val="dk1"/>
                </a:solidFill>
                <a:latin typeface="Verdana"/>
                <a:ea typeface="Verdana"/>
                <a:cs typeface="Verdana"/>
                <a:sym typeface="Verdana"/>
              </a:defRPr>
            </a:lvl2pPr>
            <a:lvl3pPr indent="-431800" lvl="2" marL="1371600" marR="0" rtl="0" algn="l">
              <a:lnSpc>
                <a:spcPct val="100000"/>
              </a:lnSpc>
              <a:spcBef>
                <a:spcPts val="640"/>
              </a:spcBef>
              <a:spcAft>
                <a:spcPts val="0"/>
              </a:spcAft>
              <a:buClr>
                <a:schemeClr val="dk1"/>
              </a:buClr>
              <a:buSzPts val="3200"/>
              <a:buFont typeface="Arial"/>
              <a:buChar char="•"/>
              <a:defRPr b="0" i="0" sz="3200" u="none" cap="none" strike="noStrike">
                <a:solidFill>
                  <a:schemeClr val="dk1"/>
                </a:solidFill>
                <a:latin typeface="Verdana"/>
                <a:ea typeface="Verdana"/>
                <a:cs typeface="Verdana"/>
                <a:sym typeface="Verdana"/>
              </a:defRPr>
            </a:lvl3pPr>
            <a:lvl4pPr indent="-397954" lvl="3" marL="1828800" marR="0" rtl="0" algn="l">
              <a:lnSpc>
                <a:spcPct val="100000"/>
              </a:lnSpc>
              <a:spcBef>
                <a:spcPts val="533"/>
              </a:spcBef>
              <a:spcAft>
                <a:spcPts val="0"/>
              </a:spcAft>
              <a:buClr>
                <a:schemeClr val="dk1"/>
              </a:buClr>
              <a:buSzPts val="2667"/>
              <a:buFont typeface="Arial"/>
              <a:buChar char="–"/>
              <a:defRPr b="0" i="0" sz="2667" u="none" cap="none" strike="noStrike">
                <a:solidFill>
                  <a:schemeClr val="dk1"/>
                </a:solidFill>
                <a:latin typeface="Verdana"/>
                <a:ea typeface="Verdana"/>
                <a:cs typeface="Verdana"/>
                <a:sym typeface="Verdana"/>
              </a:defRPr>
            </a:lvl4pPr>
            <a:lvl5pPr indent="-397954" lvl="4" marL="2286000" marR="0" rtl="0" algn="l">
              <a:lnSpc>
                <a:spcPct val="100000"/>
              </a:lnSpc>
              <a:spcBef>
                <a:spcPts val="533"/>
              </a:spcBef>
              <a:spcAft>
                <a:spcPts val="0"/>
              </a:spcAft>
              <a:buClr>
                <a:schemeClr val="dk1"/>
              </a:buClr>
              <a:buSzPts val="2667"/>
              <a:buFont typeface="Arial"/>
              <a:buChar char="»"/>
              <a:defRPr b="0" i="0" sz="2667" u="none" cap="none" strike="noStrike">
                <a:solidFill>
                  <a:schemeClr val="dk1"/>
                </a:solidFill>
                <a:latin typeface="Verdana"/>
                <a:ea typeface="Verdana"/>
                <a:cs typeface="Verdana"/>
                <a:sym typeface="Verdana"/>
              </a:defRPr>
            </a:lvl5pPr>
            <a:lvl6pPr indent="-397954" lvl="5" marL="2743200" marR="0" rtl="0" algn="l">
              <a:lnSpc>
                <a:spcPct val="100000"/>
              </a:lnSpc>
              <a:spcBef>
                <a:spcPts val="533"/>
              </a:spcBef>
              <a:spcAft>
                <a:spcPts val="0"/>
              </a:spcAft>
              <a:buClr>
                <a:schemeClr val="dk1"/>
              </a:buClr>
              <a:buSzPts val="2667"/>
              <a:buFont typeface="Arial"/>
              <a:buChar char="•"/>
              <a:defRPr b="0" i="0" sz="2667" u="none" cap="none" strike="noStrike">
                <a:solidFill>
                  <a:schemeClr val="dk1"/>
                </a:solidFill>
                <a:latin typeface="Verdana"/>
                <a:ea typeface="Verdana"/>
                <a:cs typeface="Verdana"/>
                <a:sym typeface="Verdana"/>
              </a:defRPr>
            </a:lvl6pPr>
            <a:lvl7pPr indent="-397954" lvl="6" marL="3200400" marR="0" rtl="0" algn="l">
              <a:lnSpc>
                <a:spcPct val="100000"/>
              </a:lnSpc>
              <a:spcBef>
                <a:spcPts val="533"/>
              </a:spcBef>
              <a:spcAft>
                <a:spcPts val="0"/>
              </a:spcAft>
              <a:buClr>
                <a:schemeClr val="dk1"/>
              </a:buClr>
              <a:buSzPts val="2667"/>
              <a:buFont typeface="Arial"/>
              <a:buChar char="•"/>
              <a:defRPr b="0" i="0" sz="2667" u="none" cap="none" strike="noStrike">
                <a:solidFill>
                  <a:schemeClr val="dk1"/>
                </a:solidFill>
                <a:latin typeface="Verdana"/>
                <a:ea typeface="Verdana"/>
                <a:cs typeface="Verdana"/>
                <a:sym typeface="Verdana"/>
              </a:defRPr>
            </a:lvl7pPr>
            <a:lvl8pPr indent="-397954" lvl="7" marL="3657600" marR="0" rtl="0" algn="l">
              <a:lnSpc>
                <a:spcPct val="100000"/>
              </a:lnSpc>
              <a:spcBef>
                <a:spcPts val="533"/>
              </a:spcBef>
              <a:spcAft>
                <a:spcPts val="0"/>
              </a:spcAft>
              <a:buClr>
                <a:schemeClr val="dk1"/>
              </a:buClr>
              <a:buSzPts val="2667"/>
              <a:buFont typeface="Arial"/>
              <a:buChar char="•"/>
              <a:defRPr b="0" i="0" sz="2667" u="none" cap="none" strike="noStrike">
                <a:solidFill>
                  <a:schemeClr val="dk1"/>
                </a:solidFill>
                <a:latin typeface="Verdana"/>
                <a:ea typeface="Verdana"/>
                <a:cs typeface="Verdana"/>
                <a:sym typeface="Verdana"/>
              </a:defRPr>
            </a:lvl8pPr>
            <a:lvl9pPr indent="-397954" lvl="8" marL="4114800" marR="0" rtl="0" algn="l">
              <a:lnSpc>
                <a:spcPct val="100000"/>
              </a:lnSpc>
              <a:spcBef>
                <a:spcPts val="533"/>
              </a:spcBef>
              <a:spcAft>
                <a:spcPts val="0"/>
              </a:spcAft>
              <a:buClr>
                <a:schemeClr val="dk1"/>
              </a:buClr>
              <a:buSzPts val="2667"/>
              <a:buFont typeface="Arial"/>
              <a:buChar char="•"/>
              <a:defRPr b="0" i="0" sz="2667" u="none" cap="none" strike="noStrike">
                <a:solidFill>
                  <a:schemeClr val="dk1"/>
                </a:solidFill>
                <a:latin typeface="Verdana"/>
                <a:ea typeface="Verdana"/>
                <a:cs typeface="Verdana"/>
                <a:sym typeface="Verdana"/>
              </a:defRPr>
            </a:lvl9pPr>
          </a:lstStyle>
          <a:p/>
        </p:txBody>
      </p:sp>
      <p:sp>
        <p:nvSpPr>
          <p:cNvPr id="55" name="Google Shape;55;p29"/>
          <p:cNvSpPr txBox="1"/>
          <p:nvPr>
            <p:ph idx="4" type="body"/>
          </p:nvPr>
        </p:nvSpPr>
        <p:spPr>
          <a:xfrm>
            <a:off x="5442365" y="510580"/>
            <a:ext cx="5725194" cy="604400"/>
          </a:xfrm>
          <a:prstGeom prst="rect">
            <a:avLst/>
          </a:prstGeom>
          <a:noFill/>
          <a:ln>
            <a:noFill/>
          </a:ln>
        </p:spPr>
        <p:txBody>
          <a:bodyPr anchorCtr="0" anchor="ctr" bIns="45700" lIns="91425" spcFirstLastPara="1" rIns="91425" wrap="square" tIns="45700">
            <a:noAutofit/>
          </a:bodyPr>
          <a:lstStyle>
            <a:lvl1pPr indent="-228600" lvl="0" marL="457200" marR="0" rtl="0" algn="l">
              <a:lnSpc>
                <a:spcPct val="100000"/>
              </a:lnSpc>
              <a:spcBef>
                <a:spcPts val="0"/>
              </a:spcBef>
              <a:spcAft>
                <a:spcPts val="0"/>
              </a:spcAft>
              <a:buClr>
                <a:schemeClr val="lt1"/>
              </a:buClr>
              <a:buSzPts val="2933"/>
              <a:buFont typeface="Arial"/>
              <a:buNone/>
              <a:defRPr b="1" i="0" sz="2933" u="none" cap="none" strike="noStrike">
                <a:solidFill>
                  <a:schemeClr val="lt1"/>
                </a:solidFill>
                <a:latin typeface="Verdana"/>
                <a:ea typeface="Verdana"/>
                <a:cs typeface="Verdana"/>
                <a:sym typeface="Verdana"/>
              </a:defRPr>
            </a:lvl1pPr>
            <a:lvl2pPr indent="-465645" lvl="1" marL="914400" marR="0" rtl="0" algn="l">
              <a:lnSpc>
                <a:spcPct val="100000"/>
              </a:lnSpc>
              <a:spcBef>
                <a:spcPts val="747"/>
              </a:spcBef>
              <a:spcAft>
                <a:spcPts val="0"/>
              </a:spcAft>
              <a:buClr>
                <a:schemeClr val="dk1"/>
              </a:buClr>
              <a:buSzPts val="3733"/>
              <a:buFont typeface="Arial"/>
              <a:buChar char="–"/>
              <a:defRPr b="0" i="0" sz="3733" u="none" cap="none" strike="noStrike">
                <a:solidFill>
                  <a:schemeClr val="dk1"/>
                </a:solidFill>
                <a:latin typeface="Verdana"/>
                <a:ea typeface="Verdana"/>
                <a:cs typeface="Verdana"/>
                <a:sym typeface="Verdana"/>
              </a:defRPr>
            </a:lvl2pPr>
            <a:lvl3pPr indent="-431800" lvl="2" marL="1371600" marR="0" rtl="0" algn="l">
              <a:lnSpc>
                <a:spcPct val="100000"/>
              </a:lnSpc>
              <a:spcBef>
                <a:spcPts val="640"/>
              </a:spcBef>
              <a:spcAft>
                <a:spcPts val="0"/>
              </a:spcAft>
              <a:buClr>
                <a:schemeClr val="dk1"/>
              </a:buClr>
              <a:buSzPts val="3200"/>
              <a:buFont typeface="Arial"/>
              <a:buChar char="•"/>
              <a:defRPr b="0" i="0" sz="3200" u="none" cap="none" strike="noStrike">
                <a:solidFill>
                  <a:schemeClr val="dk1"/>
                </a:solidFill>
                <a:latin typeface="Verdana"/>
                <a:ea typeface="Verdana"/>
                <a:cs typeface="Verdana"/>
                <a:sym typeface="Verdana"/>
              </a:defRPr>
            </a:lvl3pPr>
            <a:lvl4pPr indent="-397954" lvl="3" marL="1828800" marR="0" rtl="0" algn="l">
              <a:lnSpc>
                <a:spcPct val="100000"/>
              </a:lnSpc>
              <a:spcBef>
                <a:spcPts val="533"/>
              </a:spcBef>
              <a:spcAft>
                <a:spcPts val="0"/>
              </a:spcAft>
              <a:buClr>
                <a:schemeClr val="dk1"/>
              </a:buClr>
              <a:buSzPts val="2667"/>
              <a:buFont typeface="Arial"/>
              <a:buChar char="–"/>
              <a:defRPr b="0" i="0" sz="2667" u="none" cap="none" strike="noStrike">
                <a:solidFill>
                  <a:schemeClr val="dk1"/>
                </a:solidFill>
                <a:latin typeface="Verdana"/>
                <a:ea typeface="Verdana"/>
                <a:cs typeface="Verdana"/>
                <a:sym typeface="Verdana"/>
              </a:defRPr>
            </a:lvl4pPr>
            <a:lvl5pPr indent="-397954" lvl="4" marL="2286000" marR="0" rtl="0" algn="l">
              <a:lnSpc>
                <a:spcPct val="100000"/>
              </a:lnSpc>
              <a:spcBef>
                <a:spcPts val="533"/>
              </a:spcBef>
              <a:spcAft>
                <a:spcPts val="0"/>
              </a:spcAft>
              <a:buClr>
                <a:schemeClr val="dk1"/>
              </a:buClr>
              <a:buSzPts val="2667"/>
              <a:buFont typeface="Arial"/>
              <a:buChar char="»"/>
              <a:defRPr b="0" i="0" sz="2667" u="none" cap="none" strike="noStrike">
                <a:solidFill>
                  <a:schemeClr val="dk1"/>
                </a:solidFill>
                <a:latin typeface="Verdana"/>
                <a:ea typeface="Verdana"/>
                <a:cs typeface="Verdana"/>
                <a:sym typeface="Verdana"/>
              </a:defRPr>
            </a:lvl5pPr>
            <a:lvl6pPr indent="-397954" lvl="5" marL="2743200" marR="0" rtl="0" algn="l">
              <a:lnSpc>
                <a:spcPct val="100000"/>
              </a:lnSpc>
              <a:spcBef>
                <a:spcPts val="533"/>
              </a:spcBef>
              <a:spcAft>
                <a:spcPts val="0"/>
              </a:spcAft>
              <a:buClr>
                <a:schemeClr val="dk1"/>
              </a:buClr>
              <a:buSzPts val="2667"/>
              <a:buFont typeface="Arial"/>
              <a:buChar char="•"/>
              <a:defRPr b="0" i="0" sz="2667" u="none" cap="none" strike="noStrike">
                <a:solidFill>
                  <a:schemeClr val="dk1"/>
                </a:solidFill>
                <a:latin typeface="Verdana"/>
                <a:ea typeface="Verdana"/>
                <a:cs typeface="Verdana"/>
                <a:sym typeface="Verdana"/>
              </a:defRPr>
            </a:lvl6pPr>
            <a:lvl7pPr indent="-397954" lvl="6" marL="3200400" marR="0" rtl="0" algn="l">
              <a:lnSpc>
                <a:spcPct val="100000"/>
              </a:lnSpc>
              <a:spcBef>
                <a:spcPts val="533"/>
              </a:spcBef>
              <a:spcAft>
                <a:spcPts val="0"/>
              </a:spcAft>
              <a:buClr>
                <a:schemeClr val="dk1"/>
              </a:buClr>
              <a:buSzPts val="2667"/>
              <a:buFont typeface="Arial"/>
              <a:buChar char="•"/>
              <a:defRPr b="0" i="0" sz="2667" u="none" cap="none" strike="noStrike">
                <a:solidFill>
                  <a:schemeClr val="dk1"/>
                </a:solidFill>
                <a:latin typeface="Verdana"/>
                <a:ea typeface="Verdana"/>
                <a:cs typeface="Verdana"/>
                <a:sym typeface="Verdana"/>
              </a:defRPr>
            </a:lvl7pPr>
            <a:lvl8pPr indent="-397954" lvl="7" marL="3657600" marR="0" rtl="0" algn="l">
              <a:lnSpc>
                <a:spcPct val="100000"/>
              </a:lnSpc>
              <a:spcBef>
                <a:spcPts val="533"/>
              </a:spcBef>
              <a:spcAft>
                <a:spcPts val="0"/>
              </a:spcAft>
              <a:buClr>
                <a:schemeClr val="dk1"/>
              </a:buClr>
              <a:buSzPts val="2667"/>
              <a:buFont typeface="Arial"/>
              <a:buChar char="•"/>
              <a:defRPr b="0" i="0" sz="2667" u="none" cap="none" strike="noStrike">
                <a:solidFill>
                  <a:schemeClr val="dk1"/>
                </a:solidFill>
                <a:latin typeface="Verdana"/>
                <a:ea typeface="Verdana"/>
                <a:cs typeface="Verdana"/>
                <a:sym typeface="Verdana"/>
              </a:defRPr>
            </a:lvl8pPr>
            <a:lvl9pPr indent="-397954" lvl="8" marL="4114800" marR="0" rtl="0" algn="l">
              <a:lnSpc>
                <a:spcPct val="100000"/>
              </a:lnSpc>
              <a:spcBef>
                <a:spcPts val="533"/>
              </a:spcBef>
              <a:spcAft>
                <a:spcPts val="0"/>
              </a:spcAft>
              <a:buClr>
                <a:schemeClr val="dk1"/>
              </a:buClr>
              <a:buSzPts val="2667"/>
              <a:buFont typeface="Arial"/>
              <a:buChar char="•"/>
              <a:defRPr b="0" i="0" sz="2667" u="none" cap="none" strike="noStrike">
                <a:solidFill>
                  <a:schemeClr val="dk1"/>
                </a:solidFill>
                <a:latin typeface="Verdana"/>
                <a:ea typeface="Verdana"/>
                <a:cs typeface="Verdana"/>
                <a:sym typeface="Verdana"/>
              </a:defRPr>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xt Layout 2 w/ Image2">
  <p:cSld name="Text Layout 2 w/ Image2">
    <p:spTree>
      <p:nvGrpSpPr>
        <p:cNvPr id="56" name="Shape 56"/>
        <p:cNvGrpSpPr/>
        <p:nvPr/>
      </p:nvGrpSpPr>
      <p:grpSpPr>
        <a:xfrm>
          <a:off x="0" y="0"/>
          <a:ext cx="0" cy="0"/>
          <a:chOff x="0" y="0"/>
          <a:chExt cx="0" cy="0"/>
        </a:xfrm>
      </p:grpSpPr>
      <p:sp>
        <p:nvSpPr>
          <p:cNvPr id="57" name="Google Shape;57;p30"/>
          <p:cNvSpPr/>
          <p:nvPr/>
        </p:nvSpPr>
        <p:spPr>
          <a:xfrm>
            <a:off x="2309786" y="-13664"/>
            <a:ext cx="9882214" cy="6871664"/>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Verdana"/>
              <a:ea typeface="Verdana"/>
              <a:cs typeface="Verdana"/>
              <a:sym typeface="Verdana"/>
            </a:endParaRPr>
          </a:p>
        </p:txBody>
      </p:sp>
      <p:sp>
        <p:nvSpPr>
          <p:cNvPr id="58" name="Google Shape;58;p30"/>
          <p:cNvSpPr/>
          <p:nvPr>
            <p:ph idx="2" type="pic"/>
          </p:nvPr>
        </p:nvSpPr>
        <p:spPr>
          <a:xfrm>
            <a:off x="2501183" y="-23524"/>
            <a:ext cx="9690817" cy="6900808"/>
          </a:xfrm>
          <a:prstGeom prst="rect">
            <a:avLst/>
          </a:prstGeom>
          <a:noFill/>
          <a:ln>
            <a:noFill/>
          </a:ln>
        </p:spPr>
      </p:sp>
      <p:pic>
        <p:nvPicPr>
          <p:cNvPr descr="rr email template-09.png" id="59" name="Google Shape;59;p30"/>
          <p:cNvPicPr preferRelativeResize="0"/>
          <p:nvPr/>
        </p:nvPicPr>
        <p:blipFill rotWithShape="1">
          <a:blip r:embed="rId2">
            <a:alphaModFix/>
          </a:blip>
          <a:srcRect b="0" l="55442" r="0" t="0"/>
          <a:stretch/>
        </p:blipFill>
        <p:spPr>
          <a:xfrm flipH="1">
            <a:off x="-1" y="-27385"/>
            <a:ext cx="5442365" cy="6927873"/>
          </a:xfrm>
          <a:prstGeom prst="rect">
            <a:avLst/>
          </a:prstGeom>
          <a:noFill/>
          <a:ln>
            <a:noFill/>
          </a:ln>
        </p:spPr>
      </p:pic>
      <p:sp>
        <p:nvSpPr>
          <p:cNvPr id="60" name="Google Shape;60;p30"/>
          <p:cNvSpPr txBox="1"/>
          <p:nvPr>
            <p:ph idx="1" type="body"/>
          </p:nvPr>
        </p:nvSpPr>
        <p:spPr>
          <a:xfrm>
            <a:off x="452398" y="1834751"/>
            <a:ext cx="3786214" cy="3329567"/>
          </a:xfrm>
          <a:prstGeom prst="rect">
            <a:avLst/>
          </a:prstGeom>
          <a:noFill/>
          <a:ln>
            <a:noFill/>
          </a:ln>
        </p:spPr>
        <p:txBody>
          <a:bodyPr anchorCtr="0" anchor="ctr" bIns="45700" lIns="91425" spcFirstLastPara="1" rIns="91425" wrap="square" tIns="45700">
            <a:noAutofit/>
          </a:bodyPr>
          <a:lstStyle>
            <a:lvl1pPr indent="-228600" lvl="0" marL="457200" marR="0" rtl="0" algn="ctr">
              <a:lnSpc>
                <a:spcPct val="120000"/>
              </a:lnSpc>
              <a:spcBef>
                <a:spcPts val="0"/>
              </a:spcBef>
              <a:spcAft>
                <a:spcPts val="0"/>
              </a:spcAft>
              <a:buClr>
                <a:schemeClr val="lt1"/>
              </a:buClr>
              <a:buSzPts val="2800"/>
              <a:buFont typeface="Arial"/>
              <a:buNone/>
              <a:defRPr b="0" i="0" sz="2800" u="none" cap="none" strike="noStrike">
                <a:solidFill>
                  <a:schemeClr val="lt1"/>
                </a:solidFill>
                <a:latin typeface="Verdana"/>
                <a:ea typeface="Verdana"/>
                <a:cs typeface="Verdana"/>
                <a:sym typeface="Verdana"/>
              </a:defRPr>
            </a:lvl1pPr>
            <a:lvl2pPr indent="-465645" lvl="1" marL="914400" marR="0" rtl="0" algn="l">
              <a:lnSpc>
                <a:spcPct val="100000"/>
              </a:lnSpc>
              <a:spcBef>
                <a:spcPts val="747"/>
              </a:spcBef>
              <a:spcAft>
                <a:spcPts val="0"/>
              </a:spcAft>
              <a:buClr>
                <a:schemeClr val="dk1"/>
              </a:buClr>
              <a:buSzPts val="3733"/>
              <a:buFont typeface="Arial"/>
              <a:buChar char="–"/>
              <a:defRPr b="0" i="0" sz="3733" u="none" cap="none" strike="noStrike">
                <a:solidFill>
                  <a:schemeClr val="dk1"/>
                </a:solidFill>
                <a:latin typeface="Verdana"/>
                <a:ea typeface="Verdana"/>
                <a:cs typeface="Verdana"/>
                <a:sym typeface="Verdana"/>
              </a:defRPr>
            </a:lvl2pPr>
            <a:lvl3pPr indent="-431800" lvl="2" marL="1371600" marR="0" rtl="0" algn="l">
              <a:lnSpc>
                <a:spcPct val="100000"/>
              </a:lnSpc>
              <a:spcBef>
                <a:spcPts val="640"/>
              </a:spcBef>
              <a:spcAft>
                <a:spcPts val="0"/>
              </a:spcAft>
              <a:buClr>
                <a:schemeClr val="dk1"/>
              </a:buClr>
              <a:buSzPts val="3200"/>
              <a:buFont typeface="Arial"/>
              <a:buChar char="•"/>
              <a:defRPr b="0" i="0" sz="3200" u="none" cap="none" strike="noStrike">
                <a:solidFill>
                  <a:schemeClr val="dk1"/>
                </a:solidFill>
                <a:latin typeface="Verdana"/>
                <a:ea typeface="Verdana"/>
                <a:cs typeface="Verdana"/>
                <a:sym typeface="Verdana"/>
              </a:defRPr>
            </a:lvl3pPr>
            <a:lvl4pPr indent="-397954" lvl="3" marL="1828800" marR="0" rtl="0" algn="l">
              <a:lnSpc>
                <a:spcPct val="100000"/>
              </a:lnSpc>
              <a:spcBef>
                <a:spcPts val="533"/>
              </a:spcBef>
              <a:spcAft>
                <a:spcPts val="0"/>
              </a:spcAft>
              <a:buClr>
                <a:schemeClr val="dk1"/>
              </a:buClr>
              <a:buSzPts val="2667"/>
              <a:buFont typeface="Arial"/>
              <a:buChar char="–"/>
              <a:defRPr b="0" i="0" sz="2667" u="none" cap="none" strike="noStrike">
                <a:solidFill>
                  <a:schemeClr val="dk1"/>
                </a:solidFill>
                <a:latin typeface="Verdana"/>
                <a:ea typeface="Verdana"/>
                <a:cs typeface="Verdana"/>
                <a:sym typeface="Verdana"/>
              </a:defRPr>
            </a:lvl4pPr>
            <a:lvl5pPr indent="-397954" lvl="4" marL="2286000" marR="0" rtl="0" algn="l">
              <a:lnSpc>
                <a:spcPct val="100000"/>
              </a:lnSpc>
              <a:spcBef>
                <a:spcPts val="533"/>
              </a:spcBef>
              <a:spcAft>
                <a:spcPts val="0"/>
              </a:spcAft>
              <a:buClr>
                <a:schemeClr val="dk1"/>
              </a:buClr>
              <a:buSzPts val="2667"/>
              <a:buFont typeface="Arial"/>
              <a:buChar char="»"/>
              <a:defRPr b="0" i="0" sz="2667" u="none" cap="none" strike="noStrike">
                <a:solidFill>
                  <a:schemeClr val="dk1"/>
                </a:solidFill>
                <a:latin typeface="Verdana"/>
                <a:ea typeface="Verdana"/>
                <a:cs typeface="Verdana"/>
                <a:sym typeface="Verdana"/>
              </a:defRPr>
            </a:lvl5pPr>
            <a:lvl6pPr indent="-397954" lvl="5" marL="2743200" marR="0" rtl="0" algn="l">
              <a:lnSpc>
                <a:spcPct val="100000"/>
              </a:lnSpc>
              <a:spcBef>
                <a:spcPts val="533"/>
              </a:spcBef>
              <a:spcAft>
                <a:spcPts val="0"/>
              </a:spcAft>
              <a:buClr>
                <a:schemeClr val="dk1"/>
              </a:buClr>
              <a:buSzPts val="2667"/>
              <a:buFont typeface="Arial"/>
              <a:buChar char="•"/>
              <a:defRPr b="0" i="0" sz="2667" u="none" cap="none" strike="noStrike">
                <a:solidFill>
                  <a:schemeClr val="dk1"/>
                </a:solidFill>
                <a:latin typeface="Verdana"/>
                <a:ea typeface="Verdana"/>
                <a:cs typeface="Verdana"/>
                <a:sym typeface="Verdana"/>
              </a:defRPr>
            </a:lvl6pPr>
            <a:lvl7pPr indent="-397954" lvl="6" marL="3200400" marR="0" rtl="0" algn="l">
              <a:lnSpc>
                <a:spcPct val="100000"/>
              </a:lnSpc>
              <a:spcBef>
                <a:spcPts val="533"/>
              </a:spcBef>
              <a:spcAft>
                <a:spcPts val="0"/>
              </a:spcAft>
              <a:buClr>
                <a:schemeClr val="dk1"/>
              </a:buClr>
              <a:buSzPts val="2667"/>
              <a:buFont typeface="Arial"/>
              <a:buChar char="•"/>
              <a:defRPr b="0" i="0" sz="2667" u="none" cap="none" strike="noStrike">
                <a:solidFill>
                  <a:schemeClr val="dk1"/>
                </a:solidFill>
                <a:latin typeface="Verdana"/>
                <a:ea typeface="Verdana"/>
                <a:cs typeface="Verdana"/>
                <a:sym typeface="Verdana"/>
              </a:defRPr>
            </a:lvl7pPr>
            <a:lvl8pPr indent="-397954" lvl="7" marL="3657600" marR="0" rtl="0" algn="l">
              <a:lnSpc>
                <a:spcPct val="100000"/>
              </a:lnSpc>
              <a:spcBef>
                <a:spcPts val="533"/>
              </a:spcBef>
              <a:spcAft>
                <a:spcPts val="0"/>
              </a:spcAft>
              <a:buClr>
                <a:schemeClr val="dk1"/>
              </a:buClr>
              <a:buSzPts val="2667"/>
              <a:buFont typeface="Arial"/>
              <a:buChar char="•"/>
              <a:defRPr b="0" i="0" sz="2667" u="none" cap="none" strike="noStrike">
                <a:solidFill>
                  <a:schemeClr val="dk1"/>
                </a:solidFill>
                <a:latin typeface="Verdana"/>
                <a:ea typeface="Verdana"/>
                <a:cs typeface="Verdana"/>
                <a:sym typeface="Verdana"/>
              </a:defRPr>
            </a:lvl8pPr>
            <a:lvl9pPr indent="-397954" lvl="8" marL="4114800" marR="0" rtl="0" algn="l">
              <a:lnSpc>
                <a:spcPct val="100000"/>
              </a:lnSpc>
              <a:spcBef>
                <a:spcPts val="533"/>
              </a:spcBef>
              <a:spcAft>
                <a:spcPts val="0"/>
              </a:spcAft>
              <a:buClr>
                <a:schemeClr val="dk1"/>
              </a:buClr>
              <a:buSzPts val="2667"/>
              <a:buFont typeface="Arial"/>
              <a:buChar char="•"/>
              <a:defRPr b="0" i="0" sz="2667" u="none" cap="none" strike="noStrike">
                <a:solidFill>
                  <a:schemeClr val="dk1"/>
                </a:solidFill>
                <a:latin typeface="Verdana"/>
                <a:ea typeface="Verdana"/>
                <a:cs typeface="Verdana"/>
                <a:sym typeface="Verdana"/>
              </a:defRPr>
            </a:lvl9pPr>
          </a:lstStyle>
          <a:p/>
        </p:txBody>
      </p:sp>
      <p:pic>
        <p:nvPicPr>
          <p:cNvPr descr="rr email template-09.png" id="61" name="Google Shape;61;p30"/>
          <p:cNvPicPr preferRelativeResize="0"/>
          <p:nvPr/>
        </p:nvPicPr>
        <p:blipFill rotWithShape="1">
          <a:blip r:embed="rId2">
            <a:alphaModFix/>
          </a:blip>
          <a:srcRect b="0" l="16596" r="55358" t="206"/>
          <a:stretch/>
        </p:blipFill>
        <p:spPr>
          <a:xfrm flipH="1">
            <a:off x="2098845" y="-27384"/>
            <a:ext cx="3425651" cy="6914152"/>
          </a:xfrm>
          <a:prstGeom prst="rect">
            <a:avLst/>
          </a:prstGeom>
          <a:noFill/>
          <a:ln>
            <a:noFill/>
          </a:ln>
        </p:spPr>
      </p:pic>
      <p:pic>
        <p:nvPicPr>
          <p:cNvPr descr="Untitled-1-11.png" id="62" name="Google Shape;62;p30"/>
          <p:cNvPicPr preferRelativeResize="0"/>
          <p:nvPr/>
        </p:nvPicPr>
        <p:blipFill rotWithShape="1">
          <a:blip r:embed="rId3">
            <a:alphaModFix/>
          </a:blip>
          <a:srcRect b="0" l="0" r="0" t="0"/>
          <a:stretch/>
        </p:blipFill>
        <p:spPr>
          <a:xfrm>
            <a:off x="-24680" y="285728"/>
            <a:ext cx="914353" cy="1071569"/>
          </a:xfrm>
          <a:prstGeom prst="rect">
            <a:avLst/>
          </a:prstGeom>
          <a:noFill/>
          <a:ln>
            <a:noFill/>
          </a:ln>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 Column slide 1">
  <p:cSld name=" Column slide 1">
    <p:spTree>
      <p:nvGrpSpPr>
        <p:cNvPr id="63" name="Shape 63"/>
        <p:cNvGrpSpPr/>
        <p:nvPr/>
      </p:nvGrpSpPr>
      <p:grpSpPr>
        <a:xfrm>
          <a:off x="0" y="0"/>
          <a:ext cx="0" cy="0"/>
          <a:chOff x="0" y="0"/>
          <a:chExt cx="0" cy="0"/>
        </a:xfrm>
      </p:grpSpPr>
      <p:sp>
        <p:nvSpPr>
          <p:cNvPr id="64" name="Google Shape;64;p31"/>
          <p:cNvSpPr/>
          <p:nvPr>
            <p:ph idx="2" type="pic"/>
          </p:nvPr>
        </p:nvSpPr>
        <p:spPr>
          <a:xfrm>
            <a:off x="1126884" y="1834751"/>
            <a:ext cx="3528956" cy="3737388"/>
          </a:xfrm>
          <a:prstGeom prst="rect">
            <a:avLst/>
          </a:prstGeom>
          <a:noFill/>
          <a:ln>
            <a:noFill/>
          </a:ln>
        </p:spPr>
      </p:sp>
      <p:sp>
        <p:nvSpPr>
          <p:cNvPr id="65" name="Google Shape;65;p31"/>
          <p:cNvSpPr txBox="1"/>
          <p:nvPr>
            <p:ph idx="1" type="body"/>
          </p:nvPr>
        </p:nvSpPr>
        <p:spPr>
          <a:xfrm>
            <a:off x="4810116" y="1834751"/>
            <a:ext cx="5643599" cy="3737388"/>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20000"/>
              </a:lnSpc>
              <a:spcBef>
                <a:spcPts val="1067"/>
              </a:spcBef>
              <a:spcAft>
                <a:spcPts val="0"/>
              </a:spcAft>
              <a:buClr>
                <a:schemeClr val="lt1"/>
              </a:buClr>
              <a:buSzPts val="1467"/>
              <a:buFont typeface="Arial"/>
              <a:buNone/>
              <a:defRPr b="0" i="0" sz="1467" u="none" cap="none" strike="noStrike">
                <a:solidFill>
                  <a:schemeClr val="lt1"/>
                </a:solidFill>
                <a:latin typeface="Verdana"/>
                <a:ea typeface="Verdana"/>
                <a:cs typeface="Verdana"/>
                <a:sym typeface="Verdana"/>
              </a:defRPr>
            </a:lvl1pPr>
            <a:lvl2pPr indent="-330200" lvl="1" marL="914400" marR="0" rtl="0" algn="l">
              <a:lnSpc>
                <a:spcPct val="120000"/>
              </a:lnSpc>
              <a:spcBef>
                <a:spcPts val="1067"/>
              </a:spcBef>
              <a:spcAft>
                <a:spcPts val="0"/>
              </a:spcAft>
              <a:buClr>
                <a:schemeClr val="accent1"/>
              </a:buClr>
              <a:buSzPts val="1600"/>
              <a:buFont typeface="Arial"/>
              <a:buChar char="–"/>
              <a:defRPr b="0" i="0" sz="1600" u="none" cap="none" strike="noStrike">
                <a:solidFill>
                  <a:schemeClr val="dk1"/>
                </a:solidFill>
                <a:latin typeface="Verdana"/>
                <a:ea typeface="Verdana"/>
                <a:cs typeface="Verdana"/>
                <a:sym typeface="Verdana"/>
              </a:defRPr>
            </a:lvl2pPr>
            <a:lvl3pPr indent="-330200" lvl="2" marL="1371600" marR="0" rtl="0" algn="l">
              <a:lnSpc>
                <a:spcPct val="120000"/>
              </a:lnSpc>
              <a:spcBef>
                <a:spcPts val="1067"/>
              </a:spcBef>
              <a:spcAft>
                <a:spcPts val="0"/>
              </a:spcAft>
              <a:buClr>
                <a:schemeClr val="accent1"/>
              </a:buClr>
              <a:buSzPts val="1600"/>
              <a:buFont typeface="Arial"/>
              <a:buChar char="•"/>
              <a:defRPr b="0" i="0" sz="1600" u="none" cap="none" strike="noStrike">
                <a:solidFill>
                  <a:schemeClr val="dk1"/>
                </a:solidFill>
                <a:latin typeface="Verdana"/>
                <a:ea typeface="Verdana"/>
                <a:cs typeface="Verdana"/>
                <a:sym typeface="Verdana"/>
              </a:defRPr>
            </a:lvl3pPr>
            <a:lvl4pPr indent="-330200" lvl="3" marL="1828800" marR="0" rtl="0" algn="l">
              <a:lnSpc>
                <a:spcPct val="120000"/>
              </a:lnSpc>
              <a:spcBef>
                <a:spcPts val="1067"/>
              </a:spcBef>
              <a:spcAft>
                <a:spcPts val="0"/>
              </a:spcAft>
              <a:buClr>
                <a:schemeClr val="accent1"/>
              </a:buClr>
              <a:buSzPts val="1600"/>
              <a:buFont typeface="Arial"/>
              <a:buChar char="–"/>
              <a:defRPr b="0" i="0" sz="1600" u="none" cap="none" strike="noStrike">
                <a:solidFill>
                  <a:schemeClr val="dk1"/>
                </a:solidFill>
                <a:latin typeface="Verdana"/>
                <a:ea typeface="Verdana"/>
                <a:cs typeface="Verdana"/>
                <a:sym typeface="Verdana"/>
              </a:defRPr>
            </a:lvl4pPr>
            <a:lvl5pPr indent="-330200" lvl="4" marL="2286000" marR="0" rtl="0" algn="l">
              <a:lnSpc>
                <a:spcPct val="120000"/>
              </a:lnSpc>
              <a:spcBef>
                <a:spcPts val="1067"/>
              </a:spcBef>
              <a:spcAft>
                <a:spcPts val="0"/>
              </a:spcAft>
              <a:buClr>
                <a:schemeClr val="accent1"/>
              </a:buClr>
              <a:buSzPts val="1600"/>
              <a:buFont typeface="Arial"/>
              <a:buChar char="»"/>
              <a:defRPr b="0" i="0" sz="1600" u="none" cap="none" strike="noStrike">
                <a:solidFill>
                  <a:schemeClr val="dk1"/>
                </a:solidFill>
                <a:latin typeface="Verdana"/>
                <a:ea typeface="Verdana"/>
                <a:cs typeface="Verdana"/>
                <a:sym typeface="Verdana"/>
              </a:defRPr>
            </a:lvl5pPr>
            <a:lvl6pPr indent="-397954" lvl="5" marL="2743200" marR="0" rtl="0" algn="l">
              <a:lnSpc>
                <a:spcPct val="100000"/>
              </a:lnSpc>
              <a:spcBef>
                <a:spcPts val="533"/>
              </a:spcBef>
              <a:spcAft>
                <a:spcPts val="0"/>
              </a:spcAft>
              <a:buClr>
                <a:schemeClr val="dk1"/>
              </a:buClr>
              <a:buSzPts val="2667"/>
              <a:buFont typeface="Arial"/>
              <a:buChar char="•"/>
              <a:defRPr b="0" i="0" sz="2667" u="none" cap="none" strike="noStrike">
                <a:solidFill>
                  <a:schemeClr val="dk1"/>
                </a:solidFill>
                <a:latin typeface="Verdana"/>
                <a:ea typeface="Verdana"/>
                <a:cs typeface="Verdana"/>
                <a:sym typeface="Verdana"/>
              </a:defRPr>
            </a:lvl6pPr>
            <a:lvl7pPr indent="-397954" lvl="6" marL="3200400" marR="0" rtl="0" algn="l">
              <a:lnSpc>
                <a:spcPct val="100000"/>
              </a:lnSpc>
              <a:spcBef>
                <a:spcPts val="533"/>
              </a:spcBef>
              <a:spcAft>
                <a:spcPts val="0"/>
              </a:spcAft>
              <a:buClr>
                <a:schemeClr val="dk1"/>
              </a:buClr>
              <a:buSzPts val="2667"/>
              <a:buFont typeface="Arial"/>
              <a:buChar char="•"/>
              <a:defRPr b="0" i="0" sz="2667" u="none" cap="none" strike="noStrike">
                <a:solidFill>
                  <a:schemeClr val="dk1"/>
                </a:solidFill>
                <a:latin typeface="Verdana"/>
                <a:ea typeface="Verdana"/>
                <a:cs typeface="Verdana"/>
                <a:sym typeface="Verdana"/>
              </a:defRPr>
            </a:lvl7pPr>
            <a:lvl8pPr indent="-397954" lvl="7" marL="3657600" marR="0" rtl="0" algn="l">
              <a:lnSpc>
                <a:spcPct val="100000"/>
              </a:lnSpc>
              <a:spcBef>
                <a:spcPts val="533"/>
              </a:spcBef>
              <a:spcAft>
                <a:spcPts val="0"/>
              </a:spcAft>
              <a:buClr>
                <a:schemeClr val="dk1"/>
              </a:buClr>
              <a:buSzPts val="2667"/>
              <a:buFont typeface="Arial"/>
              <a:buChar char="•"/>
              <a:defRPr b="0" i="0" sz="2667" u="none" cap="none" strike="noStrike">
                <a:solidFill>
                  <a:schemeClr val="dk1"/>
                </a:solidFill>
                <a:latin typeface="Verdana"/>
                <a:ea typeface="Verdana"/>
                <a:cs typeface="Verdana"/>
                <a:sym typeface="Verdana"/>
              </a:defRPr>
            </a:lvl8pPr>
            <a:lvl9pPr indent="-397954" lvl="8" marL="4114800" marR="0" rtl="0" algn="l">
              <a:lnSpc>
                <a:spcPct val="100000"/>
              </a:lnSpc>
              <a:spcBef>
                <a:spcPts val="533"/>
              </a:spcBef>
              <a:spcAft>
                <a:spcPts val="0"/>
              </a:spcAft>
              <a:buClr>
                <a:schemeClr val="dk1"/>
              </a:buClr>
              <a:buSzPts val="2667"/>
              <a:buFont typeface="Arial"/>
              <a:buChar char="•"/>
              <a:defRPr b="0" i="0" sz="2667" u="none" cap="none" strike="noStrike">
                <a:solidFill>
                  <a:schemeClr val="dk1"/>
                </a:solidFill>
                <a:latin typeface="Verdana"/>
                <a:ea typeface="Verdana"/>
                <a:cs typeface="Verdana"/>
                <a:sym typeface="Verdana"/>
              </a:defRPr>
            </a:lvl9pPr>
          </a:lstStyle>
          <a:p/>
        </p:txBody>
      </p:sp>
      <p:sp>
        <p:nvSpPr>
          <p:cNvPr id="66" name="Google Shape;66;p31"/>
          <p:cNvSpPr txBox="1"/>
          <p:nvPr>
            <p:ph idx="3" type="body"/>
          </p:nvPr>
        </p:nvSpPr>
        <p:spPr>
          <a:xfrm>
            <a:off x="1126884" y="548680"/>
            <a:ext cx="9255382" cy="604400"/>
          </a:xfrm>
          <a:prstGeom prst="rect">
            <a:avLst/>
          </a:prstGeom>
          <a:noFill/>
          <a:ln>
            <a:noFill/>
          </a:ln>
        </p:spPr>
        <p:txBody>
          <a:bodyPr anchorCtr="0" anchor="ctr" bIns="45700" lIns="91425" spcFirstLastPara="1" rIns="91425" wrap="square" tIns="45700">
            <a:noAutofit/>
          </a:bodyPr>
          <a:lstStyle>
            <a:lvl1pPr indent="-228600" lvl="0" marL="457200" marR="0" rtl="0" algn="l">
              <a:lnSpc>
                <a:spcPct val="100000"/>
              </a:lnSpc>
              <a:spcBef>
                <a:spcPts val="0"/>
              </a:spcBef>
              <a:spcAft>
                <a:spcPts val="0"/>
              </a:spcAft>
              <a:buClr>
                <a:schemeClr val="lt1"/>
              </a:buClr>
              <a:buSzPts val="2933"/>
              <a:buFont typeface="Arial"/>
              <a:buNone/>
              <a:defRPr b="1" i="0" sz="2933" u="none" cap="none" strike="noStrike">
                <a:solidFill>
                  <a:schemeClr val="lt1"/>
                </a:solidFill>
                <a:latin typeface="Verdana"/>
                <a:ea typeface="Verdana"/>
                <a:cs typeface="Verdana"/>
                <a:sym typeface="Verdana"/>
              </a:defRPr>
            </a:lvl1pPr>
            <a:lvl2pPr indent="-465645" lvl="1" marL="914400" marR="0" rtl="0" algn="l">
              <a:lnSpc>
                <a:spcPct val="100000"/>
              </a:lnSpc>
              <a:spcBef>
                <a:spcPts val="747"/>
              </a:spcBef>
              <a:spcAft>
                <a:spcPts val="0"/>
              </a:spcAft>
              <a:buClr>
                <a:schemeClr val="dk1"/>
              </a:buClr>
              <a:buSzPts val="3733"/>
              <a:buFont typeface="Arial"/>
              <a:buChar char="–"/>
              <a:defRPr b="0" i="0" sz="3733" u="none" cap="none" strike="noStrike">
                <a:solidFill>
                  <a:schemeClr val="dk1"/>
                </a:solidFill>
                <a:latin typeface="Verdana"/>
                <a:ea typeface="Verdana"/>
                <a:cs typeface="Verdana"/>
                <a:sym typeface="Verdana"/>
              </a:defRPr>
            </a:lvl2pPr>
            <a:lvl3pPr indent="-431800" lvl="2" marL="1371600" marR="0" rtl="0" algn="l">
              <a:lnSpc>
                <a:spcPct val="100000"/>
              </a:lnSpc>
              <a:spcBef>
                <a:spcPts val="640"/>
              </a:spcBef>
              <a:spcAft>
                <a:spcPts val="0"/>
              </a:spcAft>
              <a:buClr>
                <a:schemeClr val="dk1"/>
              </a:buClr>
              <a:buSzPts val="3200"/>
              <a:buFont typeface="Arial"/>
              <a:buChar char="•"/>
              <a:defRPr b="0" i="0" sz="3200" u="none" cap="none" strike="noStrike">
                <a:solidFill>
                  <a:schemeClr val="dk1"/>
                </a:solidFill>
                <a:latin typeface="Verdana"/>
                <a:ea typeface="Verdana"/>
                <a:cs typeface="Verdana"/>
                <a:sym typeface="Verdana"/>
              </a:defRPr>
            </a:lvl3pPr>
            <a:lvl4pPr indent="-397954" lvl="3" marL="1828800" marR="0" rtl="0" algn="l">
              <a:lnSpc>
                <a:spcPct val="100000"/>
              </a:lnSpc>
              <a:spcBef>
                <a:spcPts val="533"/>
              </a:spcBef>
              <a:spcAft>
                <a:spcPts val="0"/>
              </a:spcAft>
              <a:buClr>
                <a:schemeClr val="dk1"/>
              </a:buClr>
              <a:buSzPts val="2667"/>
              <a:buFont typeface="Arial"/>
              <a:buChar char="–"/>
              <a:defRPr b="0" i="0" sz="2667" u="none" cap="none" strike="noStrike">
                <a:solidFill>
                  <a:schemeClr val="dk1"/>
                </a:solidFill>
                <a:latin typeface="Verdana"/>
                <a:ea typeface="Verdana"/>
                <a:cs typeface="Verdana"/>
                <a:sym typeface="Verdana"/>
              </a:defRPr>
            </a:lvl4pPr>
            <a:lvl5pPr indent="-397954" lvl="4" marL="2286000" marR="0" rtl="0" algn="l">
              <a:lnSpc>
                <a:spcPct val="100000"/>
              </a:lnSpc>
              <a:spcBef>
                <a:spcPts val="533"/>
              </a:spcBef>
              <a:spcAft>
                <a:spcPts val="0"/>
              </a:spcAft>
              <a:buClr>
                <a:schemeClr val="dk1"/>
              </a:buClr>
              <a:buSzPts val="2667"/>
              <a:buFont typeface="Arial"/>
              <a:buChar char="»"/>
              <a:defRPr b="0" i="0" sz="2667" u="none" cap="none" strike="noStrike">
                <a:solidFill>
                  <a:schemeClr val="dk1"/>
                </a:solidFill>
                <a:latin typeface="Verdana"/>
                <a:ea typeface="Verdana"/>
                <a:cs typeface="Verdana"/>
                <a:sym typeface="Verdana"/>
              </a:defRPr>
            </a:lvl5pPr>
            <a:lvl6pPr indent="-397954" lvl="5" marL="2743200" marR="0" rtl="0" algn="l">
              <a:lnSpc>
                <a:spcPct val="100000"/>
              </a:lnSpc>
              <a:spcBef>
                <a:spcPts val="533"/>
              </a:spcBef>
              <a:spcAft>
                <a:spcPts val="0"/>
              </a:spcAft>
              <a:buClr>
                <a:schemeClr val="dk1"/>
              </a:buClr>
              <a:buSzPts val="2667"/>
              <a:buFont typeface="Arial"/>
              <a:buChar char="•"/>
              <a:defRPr b="0" i="0" sz="2667" u="none" cap="none" strike="noStrike">
                <a:solidFill>
                  <a:schemeClr val="dk1"/>
                </a:solidFill>
                <a:latin typeface="Verdana"/>
                <a:ea typeface="Verdana"/>
                <a:cs typeface="Verdana"/>
                <a:sym typeface="Verdana"/>
              </a:defRPr>
            </a:lvl6pPr>
            <a:lvl7pPr indent="-397954" lvl="6" marL="3200400" marR="0" rtl="0" algn="l">
              <a:lnSpc>
                <a:spcPct val="100000"/>
              </a:lnSpc>
              <a:spcBef>
                <a:spcPts val="533"/>
              </a:spcBef>
              <a:spcAft>
                <a:spcPts val="0"/>
              </a:spcAft>
              <a:buClr>
                <a:schemeClr val="dk1"/>
              </a:buClr>
              <a:buSzPts val="2667"/>
              <a:buFont typeface="Arial"/>
              <a:buChar char="•"/>
              <a:defRPr b="0" i="0" sz="2667" u="none" cap="none" strike="noStrike">
                <a:solidFill>
                  <a:schemeClr val="dk1"/>
                </a:solidFill>
                <a:latin typeface="Verdana"/>
                <a:ea typeface="Verdana"/>
                <a:cs typeface="Verdana"/>
                <a:sym typeface="Verdana"/>
              </a:defRPr>
            </a:lvl7pPr>
            <a:lvl8pPr indent="-397954" lvl="7" marL="3657600" marR="0" rtl="0" algn="l">
              <a:lnSpc>
                <a:spcPct val="100000"/>
              </a:lnSpc>
              <a:spcBef>
                <a:spcPts val="533"/>
              </a:spcBef>
              <a:spcAft>
                <a:spcPts val="0"/>
              </a:spcAft>
              <a:buClr>
                <a:schemeClr val="dk1"/>
              </a:buClr>
              <a:buSzPts val="2667"/>
              <a:buFont typeface="Arial"/>
              <a:buChar char="•"/>
              <a:defRPr b="0" i="0" sz="2667" u="none" cap="none" strike="noStrike">
                <a:solidFill>
                  <a:schemeClr val="dk1"/>
                </a:solidFill>
                <a:latin typeface="Verdana"/>
                <a:ea typeface="Verdana"/>
                <a:cs typeface="Verdana"/>
                <a:sym typeface="Verdana"/>
              </a:defRPr>
            </a:lvl8pPr>
            <a:lvl9pPr indent="-397954" lvl="8" marL="4114800" marR="0" rtl="0" algn="l">
              <a:lnSpc>
                <a:spcPct val="100000"/>
              </a:lnSpc>
              <a:spcBef>
                <a:spcPts val="533"/>
              </a:spcBef>
              <a:spcAft>
                <a:spcPts val="0"/>
              </a:spcAft>
              <a:buClr>
                <a:schemeClr val="dk1"/>
              </a:buClr>
              <a:buSzPts val="2667"/>
              <a:buFont typeface="Arial"/>
              <a:buChar char="•"/>
              <a:defRPr b="0" i="0" sz="2667" u="none" cap="none" strike="noStrike">
                <a:solidFill>
                  <a:schemeClr val="dk1"/>
                </a:solidFill>
                <a:latin typeface="Verdana"/>
                <a:ea typeface="Verdana"/>
                <a:cs typeface="Verdana"/>
                <a:sym typeface="Verdana"/>
              </a:defRPr>
            </a:lvl9pPr>
          </a:lstStyle>
          <a:p/>
        </p:txBody>
      </p:sp>
      <p:sp>
        <p:nvSpPr>
          <p:cNvPr id="67" name="Google Shape;67;p31"/>
          <p:cNvSpPr txBox="1"/>
          <p:nvPr>
            <p:ph idx="4" type="body"/>
          </p:nvPr>
        </p:nvSpPr>
        <p:spPr>
          <a:xfrm>
            <a:off x="1127448" y="1380787"/>
            <a:ext cx="9255382" cy="392029"/>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20000"/>
              </a:lnSpc>
              <a:spcBef>
                <a:spcPts val="0"/>
              </a:spcBef>
              <a:spcAft>
                <a:spcPts val="0"/>
              </a:spcAft>
              <a:buClr>
                <a:srgbClr val="0A4FA3"/>
              </a:buClr>
              <a:buSzPts val="1600"/>
              <a:buFont typeface="Arial"/>
              <a:buNone/>
              <a:defRPr b="0" i="0" sz="1600" u="none" cap="none" strike="noStrike">
                <a:solidFill>
                  <a:srgbClr val="0A4FA3"/>
                </a:solidFill>
                <a:latin typeface="Verdana"/>
                <a:ea typeface="Verdana"/>
                <a:cs typeface="Verdana"/>
                <a:sym typeface="Verdana"/>
              </a:defRPr>
            </a:lvl1pPr>
            <a:lvl2pPr indent="-465645" lvl="1" marL="914400" marR="0" rtl="0" algn="l">
              <a:lnSpc>
                <a:spcPct val="100000"/>
              </a:lnSpc>
              <a:spcBef>
                <a:spcPts val="747"/>
              </a:spcBef>
              <a:spcAft>
                <a:spcPts val="0"/>
              </a:spcAft>
              <a:buClr>
                <a:schemeClr val="dk1"/>
              </a:buClr>
              <a:buSzPts val="3733"/>
              <a:buFont typeface="Arial"/>
              <a:buChar char="–"/>
              <a:defRPr b="0" i="0" sz="3733" u="none" cap="none" strike="noStrike">
                <a:solidFill>
                  <a:schemeClr val="dk1"/>
                </a:solidFill>
                <a:latin typeface="Verdana"/>
                <a:ea typeface="Verdana"/>
                <a:cs typeface="Verdana"/>
                <a:sym typeface="Verdana"/>
              </a:defRPr>
            </a:lvl2pPr>
            <a:lvl3pPr indent="-431800" lvl="2" marL="1371600" marR="0" rtl="0" algn="l">
              <a:lnSpc>
                <a:spcPct val="100000"/>
              </a:lnSpc>
              <a:spcBef>
                <a:spcPts val="640"/>
              </a:spcBef>
              <a:spcAft>
                <a:spcPts val="0"/>
              </a:spcAft>
              <a:buClr>
                <a:schemeClr val="dk1"/>
              </a:buClr>
              <a:buSzPts val="3200"/>
              <a:buFont typeface="Arial"/>
              <a:buChar char="•"/>
              <a:defRPr b="0" i="0" sz="3200" u="none" cap="none" strike="noStrike">
                <a:solidFill>
                  <a:schemeClr val="dk1"/>
                </a:solidFill>
                <a:latin typeface="Verdana"/>
                <a:ea typeface="Verdana"/>
                <a:cs typeface="Verdana"/>
                <a:sym typeface="Verdana"/>
              </a:defRPr>
            </a:lvl3pPr>
            <a:lvl4pPr indent="-397954" lvl="3" marL="1828800" marR="0" rtl="0" algn="l">
              <a:lnSpc>
                <a:spcPct val="100000"/>
              </a:lnSpc>
              <a:spcBef>
                <a:spcPts val="533"/>
              </a:spcBef>
              <a:spcAft>
                <a:spcPts val="0"/>
              </a:spcAft>
              <a:buClr>
                <a:schemeClr val="dk1"/>
              </a:buClr>
              <a:buSzPts val="2667"/>
              <a:buFont typeface="Arial"/>
              <a:buChar char="–"/>
              <a:defRPr b="0" i="0" sz="2667" u="none" cap="none" strike="noStrike">
                <a:solidFill>
                  <a:schemeClr val="dk1"/>
                </a:solidFill>
                <a:latin typeface="Verdana"/>
                <a:ea typeface="Verdana"/>
                <a:cs typeface="Verdana"/>
                <a:sym typeface="Verdana"/>
              </a:defRPr>
            </a:lvl4pPr>
            <a:lvl5pPr indent="-397954" lvl="4" marL="2286000" marR="0" rtl="0" algn="l">
              <a:lnSpc>
                <a:spcPct val="100000"/>
              </a:lnSpc>
              <a:spcBef>
                <a:spcPts val="533"/>
              </a:spcBef>
              <a:spcAft>
                <a:spcPts val="0"/>
              </a:spcAft>
              <a:buClr>
                <a:schemeClr val="dk1"/>
              </a:buClr>
              <a:buSzPts val="2667"/>
              <a:buFont typeface="Arial"/>
              <a:buChar char="»"/>
              <a:defRPr b="0" i="0" sz="2667" u="none" cap="none" strike="noStrike">
                <a:solidFill>
                  <a:schemeClr val="dk1"/>
                </a:solidFill>
                <a:latin typeface="Verdana"/>
                <a:ea typeface="Verdana"/>
                <a:cs typeface="Verdana"/>
                <a:sym typeface="Verdana"/>
              </a:defRPr>
            </a:lvl5pPr>
            <a:lvl6pPr indent="-397954" lvl="5" marL="2743200" marR="0" rtl="0" algn="l">
              <a:lnSpc>
                <a:spcPct val="100000"/>
              </a:lnSpc>
              <a:spcBef>
                <a:spcPts val="533"/>
              </a:spcBef>
              <a:spcAft>
                <a:spcPts val="0"/>
              </a:spcAft>
              <a:buClr>
                <a:schemeClr val="dk1"/>
              </a:buClr>
              <a:buSzPts val="2667"/>
              <a:buFont typeface="Arial"/>
              <a:buChar char="•"/>
              <a:defRPr b="0" i="0" sz="2667" u="none" cap="none" strike="noStrike">
                <a:solidFill>
                  <a:schemeClr val="dk1"/>
                </a:solidFill>
                <a:latin typeface="Verdana"/>
                <a:ea typeface="Verdana"/>
                <a:cs typeface="Verdana"/>
                <a:sym typeface="Verdana"/>
              </a:defRPr>
            </a:lvl6pPr>
            <a:lvl7pPr indent="-397954" lvl="6" marL="3200400" marR="0" rtl="0" algn="l">
              <a:lnSpc>
                <a:spcPct val="100000"/>
              </a:lnSpc>
              <a:spcBef>
                <a:spcPts val="533"/>
              </a:spcBef>
              <a:spcAft>
                <a:spcPts val="0"/>
              </a:spcAft>
              <a:buClr>
                <a:schemeClr val="dk1"/>
              </a:buClr>
              <a:buSzPts val="2667"/>
              <a:buFont typeface="Arial"/>
              <a:buChar char="•"/>
              <a:defRPr b="0" i="0" sz="2667" u="none" cap="none" strike="noStrike">
                <a:solidFill>
                  <a:schemeClr val="dk1"/>
                </a:solidFill>
                <a:latin typeface="Verdana"/>
                <a:ea typeface="Verdana"/>
                <a:cs typeface="Verdana"/>
                <a:sym typeface="Verdana"/>
              </a:defRPr>
            </a:lvl7pPr>
            <a:lvl8pPr indent="-397954" lvl="7" marL="3657600" marR="0" rtl="0" algn="l">
              <a:lnSpc>
                <a:spcPct val="100000"/>
              </a:lnSpc>
              <a:spcBef>
                <a:spcPts val="533"/>
              </a:spcBef>
              <a:spcAft>
                <a:spcPts val="0"/>
              </a:spcAft>
              <a:buClr>
                <a:schemeClr val="dk1"/>
              </a:buClr>
              <a:buSzPts val="2667"/>
              <a:buFont typeface="Arial"/>
              <a:buChar char="•"/>
              <a:defRPr b="0" i="0" sz="2667" u="none" cap="none" strike="noStrike">
                <a:solidFill>
                  <a:schemeClr val="dk1"/>
                </a:solidFill>
                <a:latin typeface="Verdana"/>
                <a:ea typeface="Verdana"/>
                <a:cs typeface="Verdana"/>
                <a:sym typeface="Verdana"/>
              </a:defRPr>
            </a:lvl8pPr>
            <a:lvl9pPr indent="-397954" lvl="8" marL="4114800" marR="0" rtl="0" algn="l">
              <a:lnSpc>
                <a:spcPct val="100000"/>
              </a:lnSpc>
              <a:spcBef>
                <a:spcPts val="533"/>
              </a:spcBef>
              <a:spcAft>
                <a:spcPts val="0"/>
              </a:spcAft>
              <a:buClr>
                <a:schemeClr val="dk1"/>
              </a:buClr>
              <a:buSzPts val="2667"/>
              <a:buFont typeface="Arial"/>
              <a:buChar char="•"/>
              <a:defRPr b="0" i="0" sz="2667" u="none" cap="none" strike="noStrike">
                <a:solidFill>
                  <a:schemeClr val="dk1"/>
                </a:solidFill>
                <a:latin typeface="Verdana"/>
                <a:ea typeface="Verdana"/>
                <a:cs typeface="Verdana"/>
                <a:sym typeface="Verdana"/>
              </a:defRPr>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 Column slide 2">
  <p:cSld name=" Column slide 2">
    <p:spTree>
      <p:nvGrpSpPr>
        <p:cNvPr id="68" name="Shape 68"/>
        <p:cNvGrpSpPr/>
        <p:nvPr/>
      </p:nvGrpSpPr>
      <p:grpSpPr>
        <a:xfrm>
          <a:off x="0" y="0"/>
          <a:ext cx="0" cy="0"/>
          <a:chOff x="0" y="0"/>
          <a:chExt cx="0" cy="0"/>
        </a:xfrm>
      </p:grpSpPr>
      <p:sp>
        <p:nvSpPr>
          <p:cNvPr id="69" name="Google Shape;69;p32"/>
          <p:cNvSpPr txBox="1"/>
          <p:nvPr>
            <p:ph idx="1" type="body"/>
          </p:nvPr>
        </p:nvSpPr>
        <p:spPr>
          <a:xfrm>
            <a:off x="1126883" y="1898803"/>
            <a:ext cx="4590026" cy="4521600"/>
          </a:xfrm>
          <a:prstGeom prst="rect">
            <a:avLst/>
          </a:prstGeom>
          <a:noFill/>
          <a:ln>
            <a:noFill/>
          </a:ln>
        </p:spPr>
        <p:txBody>
          <a:bodyPr anchorCtr="0" anchor="t" bIns="45700" lIns="91425" spcFirstLastPara="1" rIns="91425" wrap="square" tIns="45700">
            <a:noAutofit/>
          </a:bodyPr>
          <a:lstStyle>
            <a:lvl1pPr indent="-321754" lvl="0" marL="457200" marR="0" rtl="0" algn="l">
              <a:lnSpc>
                <a:spcPct val="120000"/>
              </a:lnSpc>
              <a:spcBef>
                <a:spcPts val="1067"/>
              </a:spcBef>
              <a:spcAft>
                <a:spcPts val="0"/>
              </a:spcAft>
              <a:buClr>
                <a:schemeClr val="accent1"/>
              </a:buClr>
              <a:buSzPts val="1467"/>
              <a:buFont typeface="Arial"/>
              <a:buChar char="•"/>
              <a:defRPr b="0" i="0" sz="1467" u="none" cap="none" strike="noStrike">
                <a:solidFill>
                  <a:schemeClr val="dk1"/>
                </a:solidFill>
                <a:latin typeface="Verdana"/>
                <a:ea typeface="Verdana"/>
                <a:cs typeface="Verdana"/>
                <a:sym typeface="Verdana"/>
              </a:defRPr>
            </a:lvl1pPr>
            <a:lvl2pPr indent="-313245" lvl="1" marL="914400" marR="0" rtl="0" algn="l">
              <a:lnSpc>
                <a:spcPct val="100000"/>
              </a:lnSpc>
              <a:spcBef>
                <a:spcPts val="1067"/>
              </a:spcBef>
              <a:spcAft>
                <a:spcPts val="0"/>
              </a:spcAft>
              <a:buClr>
                <a:schemeClr val="accent1"/>
              </a:buClr>
              <a:buSzPts val="1333"/>
              <a:buFont typeface="Arial"/>
              <a:buChar char="–"/>
              <a:defRPr b="0" i="0" sz="1333" u="none" cap="none" strike="noStrike">
                <a:solidFill>
                  <a:schemeClr val="dk1"/>
                </a:solidFill>
                <a:latin typeface="Verdana"/>
                <a:ea typeface="Verdana"/>
                <a:cs typeface="Verdana"/>
                <a:sym typeface="Verdana"/>
              </a:defRPr>
            </a:lvl2pPr>
            <a:lvl3pPr indent="-313245" lvl="2" marL="1371600" marR="0" rtl="0" algn="l">
              <a:lnSpc>
                <a:spcPct val="100000"/>
              </a:lnSpc>
              <a:spcBef>
                <a:spcPts val="1067"/>
              </a:spcBef>
              <a:spcAft>
                <a:spcPts val="0"/>
              </a:spcAft>
              <a:buClr>
                <a:schemeClr val="accent1"/>
              </a:buClr>
              <a:buSzPts val="1333"/>
              <a:buFont typeface="Arial"/>
              <a:buChar char="•"/>
              <a:defRPr b="0" i="0" sz="1333" u="none" cap="none" strike="noStrike">
                <a:solidFill>
                  <a:schemeClr val="dk1"/>
                </a:solidFill>
                <a:latin typeface="Verdana"/>
                <a:ea typeface="Verdana"/>
                <a:cs typeface="Verdana"/>
                <a:sym typeface="Verdana"/>
              </a:defRPr>
            </a:lvl3pPr>
            <a:lvl4pPr indent="-313245" lvl="3" marL="1828800" marR="0" rtl="0" algn="l">
              <a:lnSpc>
                <a:spcPct val="100000"/>
              </a:lnSpc>
              <a:spcBef>
                <a:spcPts val="1067"/>
              </a:spcBef>
              <a:spcAft>
                <a:spcPts val="0"/>
              </a:spcAft>
              <a:buClr>
                <a:schemeClr val="accent1"/>
              </a:buClr>
              <a:buSzPts val="1333"/>
              <a:buFont typeface="Arial"/>
              <a:buChar char="–"/>
              <a:defRPr b="0" i="0" sz="1333" u="none" cap="none" strike="noStrike">
                <a:solidFill>
                  <a:schemeClr val="dk1"/>
                </a:solidFill>
                <a:latin typeface="Verdana"/>
                <a:ea typeface="Verdana"/>
                <a:cs typeface="Verdana"/>
                <a:sym typeface="Verdana"/>
              </a:defRPr>
            </a:lvl4pPr>
            <a:lvl5pPr indent="-313245" lvl="4" marL="2286000" marR="0" rtl="0" algn="l">
              <a:lnSpc>
                <a:spcPct val="100000"/>
              </a:lnSpc>
              <a:spcBef>
                <a:spcPts val="1067"/>
              </a:spcBef>
              <a:spcAft>
                <a:spcPts val="0"/>
              </a:spcAft>
              <a:buClr>
                <a:schemeClr val="accent1"/>
              </a:buClr>
              <a:buSzPts val="1333"/>
              <a:buFont typeface="Arial"/>
              <a:buChar char="»"/>
              <a:defRPr b="0" i="0" sz="1333" u="none" cap="none" strike="noStrike">
                <a:solidFill>
                  <a:schemeClr val="dk1"/>
                </a:solidFill>
                <a:latin typeface="Verdana"/>
                <a:ea typeface="Verdana"/>
                <a:cs typeface="Verdana"/>
                <a:sym typeface="Verdana"/>
              </a:defRPr>
            </a:lvl5pPr>
            <a:lvl6pPr indent="-397954" lvl="5" marL="2743200" marR="0" rtl="0" algn="l">
              <a:lnSpc>
                <a:spcPct val="100000"/>
              </a:lnSpc>
              <a:spcBef>
                <a:spcPts val="533"/>
              </a:spcBef>
              <a:spcAft>
                <a:spcPts val="0"/>
              </a:spcAft>
              <a:buClr>
                <a:schemeClr val="dk1"/>
              </a:buClr>
              <a:buSzPts val="2667"/>
              <a:buFont typeface="Arial"/>
              <a:buChar char="•"/>
              <a:defRPr b="0" i="0" sz="2667" u="none" cap="none" strike="noStrike">
                <a:solidFill>
                  <a:schemeClr val="dk1"/>
                </a:solidFill>
                <a:latin typeface="Verdana"/>
                <a:ea typeface="Verdana"/>
                <a:cs typeface="Verdana"/>
                <a:sym typeface="Verdana"/>
              </a:defRPr>
            </a:lvl6pPr>
            <a:lvl7pPr indent="-397954" lvl="6" marL="3200400" marR="0" rtl="0" algn="l">
              <a:lnSpc>
                <a:spcPct val="100000"/>
              </a:lnSpc>
              <a:spcBef>
                <a:spcPts val="533"/>
              </a:spcBef>
              <a:spcAft>
                <a:spcPts val="0"/>
              </a:spcAft>
              <a:buClr>
                <a:schemeClr val="dk1"/>
              </a:buClr>
              <a:buSzPts val="2667"/>
              <a:buFont typeface="Arial"/>
              <a:buChar char="•"/>
              <a:defRPr b="0" i="0" sz="2667" u="none" cap="none" strike="noStrike">
                <a:solidFill>
                  <a:schemeClr val="dk1"/>
                </a:solidFill>
                <a:latin typeface="Verdana"/>
                <a:ea typeface="Verdana"/>
                <a:cs typeface="Verdana"/>
                <a:sym typeface="Verdana"/>
              </a:defRPr>
            </a:lvl7pPr>
            <a:lvl8pPr indent="-397954" lvl="7" marL="3657600" marR="0" rtl="0" algn="l">
              <a:lnSpc>
                <a:spcPct val="100000"/>
              </a:lnSpc>
              <a:spcBef>
                <a:spcPts val="533"/>
              </a:spcBef>
              <a:spcAft>
                <a:spcPts val="0"/>
              </a:spcAft>
              <a:buClr>
                <a:schemeClr val="dk1"/>
              </a:buClr>
              <a:buSzPts val="2667"/>
              <a:buFont typeface="Arial"/>
              <a:buChar char="•"/>
              <a:defRPr b="0" i="0" sz="2667" u="none" cap="none" strike="noStrike">
                <a:solidFill>
                  <a:schemeClr val="dk1"/>
                </a:solidFill>
                <a:latin typeface="Verdana"/>
                <a:ea typeface="Verdana"/>
                <a:cs typeface="Verdana"/>
                <a:sym typeface="Verdana"/>
              </a:defRPr>
            </a:lvl8pPr>
            <a:lvl9pPr indent="-397954" lvl="8" marL="4114800" marR="0" rtl="0" algn="l">
              <a:lnSpc>
                <a:spcPct val="100000"/>
              </a:lnSpc>
              <a:spcBef>
                <a:spcPts val="533"/>
              </a:spcBef>
              <a:spcAft>
                <a:spcPts val="0"/>
              </a:spcAft>
              <a:buClr>
                <a:schemeClr val="dk1"/>
              </a:buClr>
              <a:buSzPts val="2667"/>
              <a:buFont typeface="Arial"/>
              <a:buChar char="•"/>
              <a:defRPr b="0" i="0" sz="2667" u="none" cap="none" strike="noStrike">
                <a:solidFill>
                  <a:schemeClr val="dk1"/>
                </a:solidFill>
                <a:latin typeface="Verdana"/>
                <a:ea typeface="Verdana"/>
                <a:cs typeface="Verdana"/>
                <a:sym typeface="Verdana"/>
              </a:defRPr>
            </a:lvl9pPr>
          </a:lstStyle>
          <a:p/>
        </p:txBody>
      </p:sp>
      <p:sp>
        <p:nvSpPr>
          <p:cNvPr id="70" name="Google Shape;70;p32"/>
          <p:cNvSpPr txBox="1"/>
          <p:nvPr>
            <p:ph idx="2" type="body"/>
          </p:nvPr>
        </p:nvSpPr>
        <p:spPr>
          <a:xfrm>
            <a:off x="5807969" y="1898803"/>
            <a:ext cx="4590026" cy="4521600"/>
          </a:xfrm>
          <a:prstGeom prst="rect">
            <a:avLst/>
          </a:prstGeom>
          <a:noFill/>
          <a:ln>
            <a:noFill/>
          </a:ln>
        </p:spPr>
        <p:txBody>
          <a:bodyPr anchorCtr="0" anchor="t" bIns="45700" lIns="91425" spcFirstLastPara="1" rIns="91425" wrap="square" tIns="45700">
            <a:noAutofit/>
          </a:bodyPr>
          <a:lstStyle>
            <a:lvl1pPr indent="-321754" lvl="0" marL="457200" marR="0" rtl="0" algn="l">
              <a:lnSpc>
                <a:spcPct val="120000"/>
              </a:lnSpc>
              <a:spcBef>
                <a:spcPts val="1067"/>
              </a:spcBef>
              <a:spcAft>
                <a:spcPts val="0"/>
              </a:spcAft>
              <a:buClr>
                <a:schemeClr val="accent1"/>
              </a:buClr>
              <a:buSzPts val="1467"/>
              <a:buFont typeface="Arial"/>
              <a:buChar char="•"/>
              <a:defRPr b="0" i="0" sz="1467" u="none" cap="none" strike="noStrike">
                <a:solidFill>
                  <a:schemeClr val="dk1"/>
                </a:solidFill>
                <a:latin typeface="Verdana"/>
                <a:ea typeface="Verdana"/>
                <a:cs typeface="Verdana"/>
                <a:sym typeface="Verdana"/>
              </a:defRPr>
            </a:lvl1pPr>
            <a:lvl2pPr indent="-313245" lvl="1" marL="914400" marR="0" rtl="0" algn="l">
              <a:lnSpc>
                <a:spcPct val="100000"/>
              </a:lnSpc>
              <a:spcBef>
                <a:spcPts val="1067"/>
              </a:spcBef>
              <a:spcAft>
                <a:spcPts val="0"/>
              </a:spcAft>
              <a:buClr>
                <a:schemeClr val="accent1"/>
              </a:buClr>
              <a:buSzPts val="1333"/>
              <a:buFont typeface="Arial"/>
              <a:buChar char="–"/>
              <a:defRPr b="0" i="0" sz="1333" u="none" cap="none" strike="noStrike">
                <a:solidFill>
                  <a:schemeClr val="dk1"/>
                </a:solidFill>
                <a:latin typeface="Verdana"/>
                <a:ea typeface="Verdana"/>
                <a:cs typeface="Verdana"/>
                <a:sym typeface="Verdana"/>
              </a:defRPr>
            </a:lvl2pPr>
            <a:lvl3pPr indent="-313245" lvl="2" marL="1371600" marR="0" rtl="0" algn="l">
              <a:lnSpc>
                <a:spcPct val="100000"/>
              </a:lnSpc>
              <a:spcBef>
                <a:spcPts val="1067"/>
              </a:spcBef>
              <a:spcAft>
                <a:spcPts val="0"/>
              </a:spcAft>
              <a:buClr>
                <a:schemeClr val="accent1"/>
              </a:buClr>
              <a:buSzPts val="1333"/>
              <a:buFont typeface="Arial"/>
              <a:buChar char="•"/>
              <a:defRPr b="0" i="0" sz="1333" u="none" cap="none" strike="noStrike">
                <a:solidFill>
                  <a:schemeClr val="dk1"/>
                </a:solidFill>
                <a:latin typeface="Verdana"/>
                <a:ea typeface="Verdana"/>
                <a:cs typeface="Verdana"/>
                <a:sym typeface="Verdana"/>
              </a:defRPr>
            </a:lvl3pPr>
            <a:lvl4pPr indent="-313245" lvl="3" marL="1828800" marR="0" rtl="0" algn="l">
              <a:lnSpc>
                <a:spcPct val="100000"/>
              </a:lnSpc>
              <a:spcBef>
                <a:spcPts val="1067"/>
              </a:spcBef>
              <a:spcAft>
                <a:spcPts val="0"/>
              </a:spcAft>
              <a:buClr>
                <a:schemeClr val="accent1"/>
              </a:buClr>
              <a:buSzPts val="1333"/>
              <a:buFont typeface="Arial"/>
              <a:buChar char="–"/>
              <a:defRPr b="0" i="0" sz="1333" u="none" cap="none" strike="noStrike">
                <a:solidFill>
                  <a:schemeClr val="dk1"/>
                </a:solidFill>
                <a:latin typeface="Verdana"/>
                <a:ea typeface="Verdana"/>
                <a:cs typeface="Verdana"/>
                <a:sym typeface="Verdana"/>
              </a:defRPr>
            </a:lvl4pPr>
            <a:lvl5pPr indent="-313245" lvl="4" marL="2286000" marR="0" rtl="0" algn="l">
              <a:lnSpc>
                <a:spcPct val="100000"/>
              </a:lnSpc>
              <a:spcBef>
                <a:spcPts val="1067"/>
              </a:spcBef>
              <a:spcAft>
                <a:spcPts val="0"/>
              </a:spcAft>
              <a:buClr>
                <a:schemeClr val="accent1"/>
              </a:buClr>
              <a:buSzPts val="1333"/>
              <a:buFont typeface="Arial"/>
              <a:buChar char="»"/>
              <a:defRPr b="0" i="0" sz="1333" u="none" cap="none" strike="noStrike">
                <a:solidFill>
                  <a:schemeClr val="dk1"/>
                </a:solidFill>
                <a:latin typeface="Verdana"/>
                <a:ea typeface="Verdana"/>
                <a:cs typeface="Verdana"/>
                <a:sym typeface="Verdana"/>
              </a:defRPr>
            </a:lvl5pPr>
            <a:lvl6pPr indent="-397954" lvl="5" marL="2743200" marR="0" rtl="0" algn="l">
              <a:lnSpc>
                <a:spcPct val="100000"/>
              </a:lnSpc>
              <a:spcBef>
                <a:spcPts val="533"/>
              </a:spcBef>
              <a:spcAft>
                <a:spcPts val="0"/>
              </a:spcAft>
              <a:buClr>
                <a:schemeClr val="dk1"/>
              </a:buClr>
              <a:buSzPts val="2667"/>
              <a:buFont typeface="Arial"/>
              <a:buChar char="•"/>
              <a:defRPr b="0" i="0" sz="2667" u="none" cap="none" strike="noStrike">
                <a:solidFill>
                  <a:schemeClr val="dk1"/>
                </a:solidFill>
                <a:latin typeface="Verdana"/>
                <a:ea typeface="Verdana"/>
                <a:cs typeface="Verdana"/>
                <a:sym typeface="Verdana"/>
              </a:defRPr>
            </a:lvl6pPr>
            <a:lvl7pPr indent="-397954" lvl="6" marL="3200400" marR="0" rtl="0" algn="l">
              <a:lnSpc>
                <a:spcPct val="100000"/>
              </a:lnSpc>
              <a:spcBef>
                <a:spcPts val="533"/>
              </a:spcBef>
              <a:spcAft>
                <a:spcPts val="0"/>
              </a:spcAft>
              <a:buClr>
                <a:schemeClr val="dk1"/>
              </a:buClr>
              <a:buSzPts val="2667"/>
              <a:buFont typeface="Arial"/>
              <a:buChar char="•"/>
              <a:defRPr b="0" i="0" sz="2667" u="none" cap="none" strike="noStrike">
                <a:solidFill>
                  <a:schemeClr val="dk1"/>
                </a:solidFill>
                <a:latin typeface="Verdana"/>
                <a:ea typeface="Verdana"/>
                <a:cs typeface="Verdana"/>
                <a:sym typeface="Verdana"/>
              </a:defRPr>
            </a:lvl7pPr>
            <a:lvl8pPr indent="-397954" lvl="7" marL="3657600" marR="0" rtl="0" algn="l">
              <a:lnSpc>
                <a:spcPct val="100000"/>
              </a:lnSpc>
              <a:spcBef>
                <a:spcPts val="533"/>
              </a:spcBef>
              <a:spcAft>
                <a:spcPts val="0"/>
              </a:spcAft>
              <a:buClr>
                <a:schemeClr val="dk1"/>
              </a:buClr>
              <a:buSzPts val="2667"/>
              <a:buFont typeface="Arial"/>
              <a:buChar char="•"/>
              <a:defRPr b="0" i="0" sz="2667" u="none" cap="none" strike="noStrike">
                <a:solidFill>
                  <a:schemeClr val="dk1"/>
                </a:solidFill>
                <a:latin typeface="Verdana"/>
                <a:ea typeface="Verdana"/>
                <a:cs typeface="Verdana"/>
                <a:sym typeface="Verdana"/>
              </a:defRPr>
            </a:lvl8pPr>
            <a:lvl9pPr indent="-397954" lvl="8" marL="4114800" marR="0" rtl="0" algn="l">
              <a:lnSpc>
                <a:spcPct val="100000"/>
              </a:lnSpc>
              <a:spcBef>
                <a:spcPts val="533"/>
              </a:spcBef>
              <a:spcAft>
                <a:spcPts val="0"/>
              </a:spcAft>
              <a:buClr>
                <a:schemeClr val="dk1"/>
              </a:buClr>
              <a:buSzPts val="2667"/>
              <a:buFont typeface="Arial"/>
              <a:buChar char="•"/>
              <a:defRPr b="0" i="0" sz="2667" u="none" cap="none" strike="noStrike">
                <a:solidFill>
                  <a:schemeClr val="dk1"/>
                </a:solidFill>
                <a:latin typeface="Verdana"/>
                <a:ea typeface="Verdana"/>
                <a:cs typeface="Verdana"/>
                <a:sym typeface="Verdana"/>
              </a:defRPr>
            </a:lvl9pPr>
          </a:lstStyle>
          <a:p/>
        </p:txBody>
      </p:sp>
      <p:sp>
        <p:nvSpPr>
          <p:cNvPr id="71" name="Google Shape;71;p32"/>
          <p:cNvSpPr txBox="1"/>
          <p:nvPr>
            <p:ph idx="3" type="body"/>
          </p:nvPr>
        </p:nvSpPr>
        <p:spPr>
          <a:xfrm>
            <a:off x="1126884" y="548680"/>
            <a:ext cx="9255382" cy="604400"/>
          </a:xfrm>
          <a:prstGeom prst="rect">
            <a:avLst/>
          </a:prstGeom>
          <a:noFill/>
          <a:ln>
            <a:noFill/>
          </a:ln>
        </p:spPr>
        <p:txBody>
          <a:bodyPr anchorCtr="0" anchor="ctr" bIns="45700" lIns="91425" spcFirstLastPara="1" rIns="91425" wrap="square" tIns="45700">
            <a:noAutofit/>
          </a:bodyPr>
          <a:lstStyle>
            <a:lvl1pPr indent="-228600" lvl="0" marL="457200" marR="0" rtl="0" algn="l">
              <a:lnSpc>
                <a:spcPct val="100000"/>
              </a:lnSpc>
              <a:spcBef>
                <a:spcPts val="0"/>
              </a:spcBef>
              <a:spcAft>
                <a:spcPts val="0"/>
              </a:spcAft>
              <a:buClr>
                <a:schemeClr val="lt1"/>
              </a:buClr>
              <a:buSzPts val="2933"/>
              <a:buFont typeface="Arial"/>
              <a:buNone/>
              <a:defRPr b="1" i="0" sz="2933" u="none" cap="none" strike="noStrike">
                <a:solidFill>
                  <a:schemeClr val="lt1"/>
                </a:solidFill>
                <a:latin typeface="Verdana"/>
                <a:ea typeface="Verdana"/>
                <a:cs typeface="Verdana"/>
                <a:sym typeface="Verdana"/>
              </a:defRPr>
            </a:lvl1pPr>
            <a:lvl2pPr indent="-465645" lvl="1" marL="914400" marR="0" rtl="0" algn="l">
              <a:lnSpc>
                <a:spcPct val="100000"/>
              </a:lnSpc>
              <a:spcBef>
                <a:spcPts val="747"/>
              </a:spcBef>
              <a:spcAft>
                <a:spcPts val="0"/>
              </a:spcAft>
              <a:buClr>
                <a:schemeClr val="dk1"/>
              </a:buClr>
              <a:buSzPts val="3733"/>
              <a:buFont typeface="Arial"/>
              <a:buChar char="–"/>
              <a:defRPr b="0" i="0" sz="3733" u="none" cap="none" strike="noStrike">
                <a:solidFill>
                  <a:schemeClr val="dk1"/>
                </a:solidFill>
                <a:latin typeface="Verdana"/>
                <a:ea typeface="Verdana"/>
                <a:cs typeface="Verdana"/>
                <a:sym typeface="Verdana"/>
              </a:defRPr>
            </a:lvl2pPr>
            <a:lvl3pPr indent="-431800" lvl="2" marL="1371600" marR="0" rtl="0" algn="l">
              <a:lnSpc>
                <a:spcPct val="100000"/>
              </a:lnSpc>
              <a:spcBef>
                <a:spcPts val="640"/>
              </a:spcBef>
              <a:spcAft>
                <a:spcPts val="0"/>
              </a:spcAft>
              <a:buClr>
                <a:schemeClr val="dk1"/>
              </a:buClr>
              <a:buSzPts val="3200"/>
              <a:buFont typeface="Arial"/>
              <a:buChar char="•"/>
              <a:defRPr b="0" i="0" sz="3200" u="none" cap="none" strike="noStrike">
                <a:solidFill>
                  <a:schemeClr val="dk1"/>
                </a:solidFill>
                <a:latin typeface="Verdana"/>
                <a:ea typeface="Verdana"/>
                <a:cs typeface="Verdana"/>
                <a:sym typeface="Verdana"/>
              </a:defRPr>
            </a:lvl3pPr>
            <a:lvl4pPr indent="-397954" lvl="3" marL="1828800" marR="0" rtl="0" algn="l">
              <a:lnSpc>
                <a:spcPct val="100000"/>
              </a:lnSpc>
              <a:spcBef>
                <a:spcPts val="533"/>
              </a:spcBef>
              <a:spcAft>
                <a:spcPts val="0"/>
              </a:spcAft>
              <a:buClr>
                <a:schemeClr val="dk1"/>
              </a:buClr>
              <a:buSzPts val="2667"/>
              <a:buFont typeface="Arial"/>
              <a:buChar char="–"/>
              <a:defRPr b="0" i="0" sz="2667" u="none" cap="none" strike="noStrike">
                <a:solidFill>
                  <a:schemeClr val="dk1"/>
                </a:solidFill>
                <a:latin typeface="Verdana"/>
                <a:ea typeface="Verdana"/>
                <a:cs typeface="Verdana"/>
                <a:sym typeface="Verdana"/>
              </a:defRPr>
            </a:lvl4pPr>
            <a:lvl5pPr indent="-397954" lvl="4" marL="2286000" marR="0" rtl="0" algn="l">
              <a:lnSpc>
                <a:spcPct val="100000"/>
              </a:lnSpc>
              <a:spcBef>
                <a:spcPts val="533"/>
              </a:spcBef>
              <a:spcAft>
                <a:spcPts val="0"/>
              </a:spcAft>
              <a:buClr>
                <a:schemeClr val="dk1"/>
              </a:buClr>
              <a:buSzPts val="2667"/>
              <a:buFont typeface="Arial"/>
              <a:buChar char="»"/>
              <a:defRPr b="0" i="0" sz="2667" u="none" cap="none" strike="noStrike">
                <a:solidFill>
                  <a:schemeClr val="dk1"/>
                </a:solidFill>
                <a:latin typeface="Verdana"/>
                <a:ea typeface="Verdana"/>
                <a:cs typeface="Verdana"/>
                <a:sym typeface="Verdana"/>
              </a:defRPr>
            </a:lvl5pPr>
            <a:lvl6pPr indent="-397954" lvl="5" marL="2743200" marR="0" rtl="0" algn="l">
              <a:lnSpc>
                <a:spcPct val="100000"/>
              </a:lnSpc>
              <a:spcBef>
                <a:spcPts val="533"/>
              </a:spcBef>
              <a:spcAft>
                <a:spcPts val="0"/>
              </a:spcAft>
              <a:buClr>
                <a:schemeClr val="dk1"/>
              </a:buClr>
              <a:buSzPts val="2667"/>
              <a:buFont typeface="Arial"/>
              <a:buChar char="•"/>
              <a:defRPr b="0" i="0" sz="2667" u="none" cap="none" strike="noStrike">
                <a:solidFill>
                  <a:schemeClr val="dk1"/>
                </a:solidFill>
                <a:latin typeface="Verdana"/>
                <a:ea typeface="Verdana"/>
                <a:cs typeface="Verdana"/>
                <a:sym typeface="Verdana"/>
              </a:defRPr>
            </a:lvl6pPr>
            <a:lvl7pPr indent="-397954" lvl="6" marL="3200400" marR="0" rtl="0" algn="l">
              <a:lnSpc>
                <a:spcPct val="100000"/>
              </a:lnSpc>
              <a:spcBef>
                <a:spcPts val="533"/>
              </a:spcBef>
              <a:spcAft>
                <a:spcPts val="0"/>
              </a:spcAft>
              <a:buClr>
                <a:schemeClr val="dk1"/>
              </a:buClr>
              <a:buSzPts val="2667"/>
              <a:buFont typeface="Arial"/>
              <a:buChar char="•"/>
              <a:defRPr b="0" i="0" sz="2667" u="none" cap="none" strike="noStrike">
                <a:solidFill>
                  <a:schemeClr val="dk1"/>
                </a:solidFill>
                <a:latin typeface="Verdana"/>
                <a:ea typeface="Verdana"/>
                <a:cs typeface="Verdana"/>
                <a:sym typeface="Verdana"/>
              </a:defRPr>
            </a:lvl7pPr>
            <a:lvl8pPr indent="-397954" lvl="7" marL="3657600" marR="0" rtl="0" algn="l">
              <a:lnSpc>
                <a:spcPct val="100000"/>
              </a:lnSpc>
              <a:spcBef>
                <a:spcPts val="533"/>
              </a:spcBef>
              <a:spcAft>
                <a:spcPts val="0"/>
              </a:spcAft>
              <a:buClr>
                <a:schemeClr val="dk1"/>
              </a:buClr>
              <a:buSzPts val="2667"/>
              <a:buFont typeface="Arial"/>
              <a:buChar char="•"/>
              <a:defRPr b="0" i="0" sz="2667" u="none" cap="none" strike="noStrike">
                <a:solidFill>
                  <a:schemeClr val="dk1"/>
                </a:solidFill>
                <a:latin typeface="Verdana"/>
                <a:ea typeface="Verdana"/>
                <a:cs typeface="Verdana"/>
                <a:sym typeface="Verdana"/>
              </a:defRPr>
            </a:lvl8pPr>
            <a:lvl9pPr indent="-397954" lvl="8" marL="4114800" marR="0" rtl="0" algn="l">
              <a:lnSpc>
                <a:spcPct val="100000"/>
              </a:lnSpc>
              <a:spcBef>
                <a:spcPts val="533"/>
              </a:spcBef>
              <a:spcAft>
                <a:spcPts val="0"/>
              </a:spcAft>
              <a:buClr>
                <a:schemeClr val="dk1"/>
              </a:buClr>
              <a:buSzPts val="2667"/>
              <a:buFont typeface="Arial"/>
              <a:buChar char="•"/>
              <a:defRPr b="0" i="0" sz="2667" u="none" cap="none" strike="noStrike">
                <a:solidFill>
                  <a:schemeClr val="dk1"/>
                </a:solidFill>
                <a:latin typeface="Verdana"/>
                <a:ea typeface="Verdana"/>
                <a:cs typeface="Verdana"/>
                <a:sym typeface="Verdana"/>
              </a:defRPr>
            </a:lvl9pPr>
          </a:lstStyle>
          <a:p/>
        </p:txBody>
      </p:sp>
      <p:sp>
        <p:nvSpPr>
          <p:cNvPr id="72" name="Google Shape;72;p32"/>
          <p:cNvSpPr txBox="1"/>
          <p:nvPr>
            <p:ph idx="4" type="body"/>
          </p:nvPr>
        </p:nvSpPr>
        <p:spPr>
          <a:xfrm>
            <a:off x="1126884" y="1452795"/>
            <a:ext cx="9255382" cy="392029"/>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20000"/>
              </a:lnSpc>
              <a:spcBef>
                <a:spcPts val="0"/>
              </a:spcBef>
              <a:spcAft>
                <a:spcPts val="0"/>
              </a:spcAft>
              <a:buClr>
                <a:srgbClr val="0A4FA3"/>
              </a:buClr>
              <a:buSzPts val="1600"/>
              <a:buFont typeface="Arial"/>
              <a:buNone/>
              <a:defRPr b="0" i="0" sz="1600" u="none" cap="none" strike="noStrike">
                <a:solidFill>
                  <a:srgbClr val="0A4FA3"/>
                </a:solidFill>
                <a:latin typeface="Verdana"/>
                <a:ea typeface="Verdana"/>
                <a:cs typeface="Verdana"/>
                <a:sym typeface="Verdana"/>
              </a:defRPr>
            </a:lvl1pPr>
            <a:lvl2pPr indent="-465645" lvl="1" marL="914400" marR="0" rtl="0" algn="l">
              <a:lnSpc>
                <a:spcPct val="100000"/>
              </a:lnSpc>
              <a:spcBef>
                <a:spcPts val="747"/>
              </a:spcBef>
              <a:spcAft>
                <a:spcPts val="0"/>
              </a:spcAft>
              <a:buClr>
                <a:schemeClr val="dk1"/>
              </a:buClr>
              <a:buSzPts val="3733"/>
              <a:buFont typeface="Arial"/>
              <a:buChar char="–"/>
              <a:defRPr b="0" i="0" sz="3733" u="none" cap="none" strike="noStrike">
                <a:solidFill>
                  <a:schemeClr val="dk1"/>
                </a:solidFill>
                <a:latin typeface="Verdana"/>
                <a:ea typeface="Verdana"/>
                <a:cs typeface="Verdana"/>
                <a:sym typeface="Verdana"/>
              </a:defRPr>
            </a:lvl2pPr>
            <a:lvl3pPr indent="-431800" lvl="2" marL="1371600" marR="0" rtl="0" algn="l">
              <a:lnSpc>
                <a:spcPct val="100000"/>
              </a:lnSpc>
              <a:spcBef>
                <a:spcPts val="640"/>
              </a:spcBef>
              <a:spcAft>
                <a:spcPts val="0"/>
              </a:spcAft>
              <a:buClr>
                <a:schemeClr val="dk1"/>
              </a:buClr>
              <a:buSzPts val="3200"/>
              <a:buFont typeface="Arial"/>
              <a:buChar char="•"/>
              <a:defRPr b="0" i="0" sz="3200" u="none" cap="none" strike="noStrike">
                <a:solidFill>
                  <a:schemeClr val="dk1"/>
                </a:solidFill>
                <a:latin typeface="Verdana"/>
                <a:ea typeface="Verdana"/>
                <a:cs typeface="Verdana"/>
                <a:sym typeface="Verdana"/>
              </a:defRPr>
            </a:lvl3pPr>
            <a:lvl4pPr indent="-397954" lvl="3" marL="1828800" marR="0" rtl="0" algn="l">
              <a:lnSpc>
                <a:spcPct val="100000"/>
              </a:lnSpc>
              <a:spcBef>
                <a:spcPts val="533"/>
              </a:spcBef>
              <a:spcAft>
                <a:spcPts val="0"/>
              </a:spcAft>
              <a:buClr>
                <a:schemeClr val="dk1"/>
              </a:buClr>
              <a:buSzPts val="2667"/>
              <a:buFont typeface="Arial"/>
              <a:buChar char="–"/>
              <a:defRPr b="0" i="0" sz="2667" u="none" cap="none" strike="noStrike">
                <a:solidFill>
                  <a:schemeClr val="dk1"/>
                </a:solidFill>
                <a:latin typeface="Verdana"/>
                <a:ea typeface="Verdana"/>
                <a:cs typeface="Verdana"/>
                <a:sym typeface="Verdana"/>
              </a:defRPr>
            </a:lvl4pPr>
            <a:lvl5pPr indent="-397954" lvl="4" marL="2286000" marR="0" rtl="0" algn="l">
              <a:lnSpc>
                <a:spcPct val="100000"/>
              </a:lnSpc>
              <a:spcBef>
                <a:spcPts val="533"/>
              </a:spcBef>
              <a:spcAft>
                <a:spcPts val="0"/>
              </a:spcAft>
              <a:buClr>
                <a:schemeClr val="dk1"/>
              </a:buClr>
              <a:buSzPts val="2667"/>
              <a:buFont typeface="Arial"/>
              <a:buChar char="»"/>
              <a:defRPr b="0" i="0" sz="2667" u="none" cap="none" strike="noStrike">
                <a:solidFill>
                  <a:schemeClr val="dk1"/>
                </a:solidFill>
                <a:latin typeface="Verdana"/>
                <a:ea typeface="Verdana"/>
                <a:cs typeface="Verdana"/>
                <a:sym typeface="Verdana"/>
              </a:defRPr>
            </a:lvl5pPr>
            <a:lvl6pPr indent="-397954" lvl="5" marL="2743200" marR="0" rtl="0" algn="l">
              <a:lnSpc>
                <a:spcPct val="100000"/>
              </a:lnSpc>
              <a:spcBef>
                <a:spcPts val="533"/>
              </a:spcBef>
              <a:spcAft>
                <a:spcPts val="0"/>
              </a:spcAft>
              <a:buClr>
                <a:schemeClr val="dk1"/>
              </a:buClr>
              <a:buSzPts val="2667"/>
              <a:buFont typeface="Arial"/>
              <a:buChar char="•"/>
              <a:defRPr b="0" i="0" sz="2667" u="none" cap="none" strike="noStrike">
                <a:solidFill>
                  <a:schemeClr val="dk1"/>
                </a:solidFill>
                <a:latin typeface="Verdana"/>
                <a:ea typeface="Verdana"/>
                <a:cs typeface="Verdana"/>
                <a:sym typeface="Verdana"/>
              </a:defRPr>
            </a:lvl6pPr>
            <a:lvl7pPr indent="-397954" lvl="6" marL="3200400" marR="0" rtl="0" algn="l">
              <a:lnSpc>
                <a:spcPct val="100000"/>
              </a:lnSpc>
              <a:spcBef>
                <a:spcPts val="533"/>
              </a:spcBef>
              <a:spcAft>
                <a:spcPts val="0"/>
              </a:spcAft>
              <a:buClr>
                <a:schemeClr val="dk1"/>
              </a:buClr>
              <a:buSzPts val="2667"/>
              <a:buFont typeface="Arial"/>
              <a:buChar char="•"/>
              <a:defRPr b="0" i="0" sz="2667" u="none" cap="none" strike="noStrike">
                <a:solidFill>
                  <a:schemeClr val="dk1"/>
                </a:solidFill>
                <a:latin typeface="Verdana"/>
                <a:ea typeface="Verdana"/>
                <a:cs typeface="Verdana"/>
                <a:sym typeface="Verdana"/>
              </a:defRPr>
            </a:lvl7pPr>
            <a:lvl8pPr indent="-397954" lvl="7" marL="3657600" marR="0" rtl="0" algn="l">
              <a:lnSpc>
                <a:spcPct val="100000"/>
              </a:lnSpc>
              <a:spcBef>
                <a:spcPts val="533"/>
              </a:spcBef>
              <a:spcAft>
                <a:spcPts val="0"/>
              </a:spcAft>
              <a:buClr>
                <a:schemeClr val="dk1"/>
              </a:buClr>
              <a:buSzPts val="2667"/>
              <a:buFont typeface="Arial"/>
              <a:buChar char="•"/>
              <a:defRPr b="0" i="0" sz="2667" u="none" cap="none" strike="noStrike">
                <a:solidFill>
                  <a:schemeClr val="dk1"/>
                </a:solidFill>
                <a:latin typeface="Verdana"/>
                <a:ea typeface="Verdana"/>
                <a:cs typeface="Verdana"/>
                <a:sym typeface="Verdana"/>
              </a:defRPr>
            </a:lvl8pPr>
            <a:lvl9pPr indent="-397954" lvl="8" marL="4114800" marR="0" rtl="0" algn="l">
              <a:lnSpc>
                <a:spcPct val="100000"/>
              </a:lnSpc>
              <a:spcBef>
                <a:spcPts val="533"/>
              </a:spcBef>
              <a:spcAft>
                <a:spcPts val="0"/>
              </a:spcAft>
              <a:buClr>
                <a:schemeClr val="dk1"/>
              </a:buClr>
              <a:buSzPts val="2667"/>
              <a:buFont typeface="Arial"/>
              <a:buChar char="•"/>
              <a:defRPr b="0" i="0" sz="2667" u="none" cap="none" strike="noStrike">
                <a:solidFill>
                  <a:schemeClr val="dk1"/>
                </a:solidFill>
                <a:latin typeface="Verdana"/>
                <a:ea typeface="Verdana"/>
                <a:cs typeface="Verdana"/>
                <a:sym typeface="Verdana"/>
              </a:defRPr>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p:cSld name="image">
    <p:spTree>
      <p:nvGrpSpPr>
        <p:cNvPr id="73" name="Shape 73"/>
        <p:cNvGrpSpPr/>
        <p:nvPr/>
      </p:nvGrpSpPr>
      <p:grpSpPr>
        <a:xfrm>
          <a:off x="0" y="0"/>
          <a:ext cx="0" cy="0"/>
          <a:chOff x="0" y="0"/>
          <a:chExt cx="0" cy="0"/>
        </a:xfrm>
      </p:grpSpPr>
      <p:sp>
        <p:nvSpPr>
          <p:cNvPr id="74" name="Google Shape;74;p33"/>
          <p:cNvSpPr/>
          <p:nvPr>
            <p:ph idx="2" type="pic"/>
          </p:nvPr>
        </p:nvSpPr>
        <p:spPr>
          <a:xfrm>
            <a:off x="1126883" y="1857364"/>
            <a:ext cx="9255397" cy="4498987"/>
          </a:xfrm>
          <a:prstGeom prst="rect">
            <a:avLst/>
          </a:prstGeom>
          <a:noFill/>
          <a:ln>
            <a:noFill/>
          </a:ln>
        </p:spPr>
      </p:sp>
      <p:sp>
        <p:nvSpPr>
          <p:cNvPr id="75" name="Google Shape;75;p33"/>
          <p:cNvSpPr txBox="1"/>
          <p:nvPr>
            <p:ph idx="1" type="body"/>
          </p:nvPr>
        </p:nvSpPr>
        <p:spPr>
          <a:xfrm>
            <a:off x="1126884" y="548680"/>
            <a:ext cx="9255382" cy="604400"/>
          </a:xfrm>
          <a:prstGeom prst="rect">
            <a:avLst/>
          </a:prstGeom>
          <a:noFill/>
          <a:ln>
            <a:noFill/>
          </a:ln>
        </p:spPr>
        <p:txBody>
          <a:bodyPr anchorCtr="0" anchor="ctr" bIns="45700" lIns="91425" spcFirstLastPara="1" rIns="91425" wrap="square" tIns="45700">
            <a:noAutofit/>
          </a:bodyPr>
          <a:lstStyle>
            <a:lvl1pPr indent="-228600" lvl="0" marL="457200" marR="0" rtl="0" algn="l">
              <a:lnSpc>
                <a:spcPct val="100000"/>
              </a:lnSpc>
              <a:spcBef>
                <a:spcPts val="0"/>
              </a:spcBef>
              <a:spcAft>
                <a:spcPts val="0"/>
              </a:spcAft>
              <a:buClr>
                <a:schemeClr val="lt1"/>
              </a:buClr>
              <a:buSzPts val="2933"/>
              <a:buFont typeface="Arial"/>
              <a:buNone/>
              <a:defRPr b="1" i="0" sz="2933" u="none" cap="none" strike="noStrike">
                <a:solidFill>
                  <a:schemeClr val="lt1"/>
                </a:solidFill>
                <a:latin typeface="Verdana"/>
                <a:ea typeface="Verdana"/>
                <a:cs typeface="Verdana"/>
                <a:sym typeface="Verdana"/>
              </a:defRPr>
            </a:lvl1pPr>
            <a:lvl2pPr indent="-465645" lvl="1" marL="914400" marR="0" rtl="0" algn="l">
              <a:lnSpc>
                <a:spcPct val="100000"/>
              </a:lnSpc>
              <a:spcBef>
                <a:spcPts val="747"/>
              </a:spcBef>
              <a:spcAft>
                <a:spcPts val="0"/>
              </a:spcAft>
              <a:buClr>
                <a:schemeClr val="dk1"/>
              </a:buClr>
              <a:buSzPts val="3733"/>
              <a:buFont typeface="Arial"/>
              <a:buChar char="–"/>
              <a:defRPr b="0" i="0" sz="3733" u="none" cap="none" strike="noStrike">
                <a:solidFill>
                  <a:schemeClr val="dk1"/>
                </a:solidFill>
                <a:latin typeface="Verdana"/>
                <a:ea typeface="Verdana"/>
                <a:cs typeface="Verdana"/>
                <a:sym typeface="Verdana"/>
              </a:defRPr>
            </a:lvl2pPr>
            <a:lvl3pPr indent="-431800" lvl="2" marL="1371600" marR="0" rtl="0" algn="l">
              <a:lnSpc>
                <a:spcPct val="100000"/>
              </a:lnSpc>
              <a:spcBef>
                <a:spcPts val="640"/>
              </a:spcBef>
              <a:spcAft>
                <a:spcPts val="0"/>
              </a:spcAft>
              <a:buClr>
                <a:schemeClr val="dk1"/>
              </a:buClr>
              <a:buSzPts val="3200"/>
              <a:buFont typeface="Arial"/>
              <a:buChar char="•"/>
              <a:defRPr b="0" i="0" sz="3200" u="none" cap="none" strike="noStrike">
                <a:solidFill>
                  <a:schemeClr val="dk1"/>
                </a:solidFill>
                <a:latin typeface="Verdana"/>
                <a:ea typeface="Verdana"/>
                <a:cs typeface="Verdana"/>
                <a:sym typeface="Verdana"/>
              </a:defRPr>
            </a:lvl3pPr>
            <a:lvl4pPr indent="-397954" lvl="3" marL="1828800" marR="0" rtl="0" algn="l">
              <a:lnSpc>
                <a:spcPct val="100000"/>
              </a:lnSpc>
              <a:spcBef>
                <a:spcPts val="533"/>
              </a:spcBef>
              <a:spcAft>
                <a:spcPts val="0"/>
              </a:spcAft>
              <a:buClr>
                <a:schemeClr val="dk1"/>
              </a:buClr>
              <a:buSzPts val="2667"/>
              <a:buFont typeface="Arial"/>
              <a:buChar char="–"/>
              <a:defRPr b="0" i="0" sz="2667" u="none" cap="none" strike="noStrike">
                <a:solidFill>
                  <a:schemeClr val="dk1"/>
                </a:solidFill>
                <a:latin typeface="Verdana"/>
                <a:ea typeface="Verdana"/>
                <a:cs typeface="Verdana"/>
                <a:sym typeface="Verdana"/>
              </a:defRPr>
            </a:lvl4pPr>
            <a:lvl5pPr indent="-397954" lvl="4" marL="2286000" marR="0" rtl="0" algn="l">
              <a:lnSpc>
                <a:spcPct val="100000"/>
              </a:lnSpc>
              <a:spcBef>
                <a:spcPts val="533"/>
              </a:spcBef>
              <a:spcAft>
                <a:spcPts val="0"/>
              </a:spcAft>
              <a:buClr>
                <a:schemeClr val="dk1"/>
              </a:buClr>
              <a:buSzPts val="2667"/>
              <a:buFont typeface="Arial"/>
              <a:buChar char="»"/>
              <a:defRPr b="0" i="0" sz="2667" u="none" cap="none" strike="noStrike">
                <a:solidFill>
                  <a:schemeClr val="dk1"/>
                </a:solidFill>
                <a:latin typeface="Verdana"/>
                <a:ea typeface="Verdana"/>
                <a:cs typeface="Verdana"/>
                <a:sym typeface="Verdana"/>
              </a:defRPr>
            </a:lvl5pPr>
            <a:lvl6pPr indent="-397954" lvl="5" marL="2743200" marR="0" rtl="0" algn="l">
              <a:lnSpc>
                <a:spcPct val="100000"/>
              </a:lnSpc>
              <a:spcBef>
                <a:spcPts val="533"/>
              </a:spcBef>
              <a:spcAft>
                <a:spcPts val="0"/>
              </a:spcAft>
              <a:buClr>
                <a:schemeClr val="dk1"/>
              </a:buClr>
              <a:buSzPts val="2667"/>
              <a:buFont typeface="Arial"/>
              <a:buChar char="•"/>
              <a:defRPr b="0" i="0" sz="2667" u="none" cap="none" strike="noStrike">
                <a:solidFill>
                  <a:schemeClr val="dk1"/>
                </a:solidFill>
                <a:latin typeface="Verdana"/>
                <a:ea typeface="Verdana"/>
                <a:cs typeface="Verdana"/>
                <a:sym typeface="Verdana"/>
              </a:defRPr>
            </a:lvl6pPr>
            <a:lvl7pPr indent="-397954" lvl="6" marL="3200400" marR="0" rtl="0" algn="l">
              <a:lnSpc>
                <a:spcPct val="100000"/>
              </a:lnSpc>
              <a:spcBef>
                <a:spcPts val="533"/>
              </a:spcBef>
              <a:spcAft>
                <a:spcPts val="0"/>
              </a:spcAft>
              <a:buClr>
                <a:schemeClr val="dk1"/>
              </a:buClr>
              <a:buSzPts val="2667"/>
              <a:buFont typeface="Arial"/>
              <a:buChar char="•"/>
              <a:defRPr b="0" i="0" sz="2667" u="none" cap="none" strike="noStrike">
                <a:solidFill>
                  <a:schemeClr val="dk1"/>
                </a:solidFill>
                <a:latin typeface="Verdana"/>
                <a:ea typeface="Verdana"/>
                <a:cs typeface="Verdana"/>
                <a:sym typeface="Verdana"/>
              </a:defRPr>
            </a:lvl7pPr>
            <a:lvl8pPr indent="-397954" lvl="7" marL="3657600" marR="0" rtl="0" algn="l">
              <a:lnSpc>
                <a:spcPct val="100000"/>
              </a:lnSpc>
              <a:spcBef>
                <a:spcPts val="533"/>
              </a:spcBef>
              <a:spcAft>
                <a:spcPts val="0"/>
              </a:spcAft>
              <a:buClr>
                <a:schemeClr val="dk1"/>
              </a:buClr>
              <a:buSzPts val="2667"/>
              <a:buFont typeface="Arial"/>
              <a:buChar char="•"/>
              <a:defRPr b="0" i="0" sz="2667" u="none" cap="none" strike="noStrike">
                <a:solidFill>
                  <a:schemeClr val="dk1"/>
                </a:solidFill>
                <a:latin typeface="Verdana"/>
                <a:ea typeface="Verdana"/>
                <a:cs typeface="Verdana"/>
                <a:sym typeface="Verdana"/>
              </a:defRPr>
            </a:lvl8pPr>
            <a:lvl9pPr indent="-397954" lvl="8" marL="4114800" marR="0" rtl="0" algn="l">
              <a:lnSpc>
                <a:spcPct val="100000"/>
              </a:lnSpc>
              <a:spcBef>
                <a:spcPts val="533"/>
              </a:spcBef>
              <a:spcAft>
                <a:spcPts val="0"/>
              </a:spcAft>
              <a:buClr>
                <a:schemeClr val="dk1"/>
              </a:buClr>
              <a:buSzPts val="2667"/>
              <a:buFont typeface="Arial"/>
              <a:buChar char="•"/>
              <a:defRPr b="0" i="0" sz="2667" u="none" cap="none" strike="noStrike">
                <a:solidFill>
                  <a:schemeClr val="dk1"/>
                </a:solidFill>
                <a:latin typeface="Verdana"/>
                <a:ea typeface="Verdana"/>
                <a:cs typeface="Verdana"/>
                <a:sym typeface="Verdana"/>
              </a:defRPr>
            </a:lvl9pPr>
          </a:lstStyle>
          <a:p/>
        </p:txBody>
      </p:sp>
      <p:sp>
        <p:nvSpPr>
          <p:cNvPr id="76" name="Google Shape;76;p33"/>
          <p:cNvSpPr txBox="1"/>
          <p:nvPr>
            <p:ph idx="3" type="body"/>
          </p:nvPr>
        </p:nvSpPr>
        <p:spPr>
          <a:xfrm>
            <a:off x="1126884" y="1380787"/>
            <a:ext cx="9255382" cy="392029"/>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20000"/>
              </a:lnSpc>
              <a:spcBef>
                <a:spcPts val="0"/>
              </a:spcBef>
              <a:spcAft>
                <a:spcPts val="0"/>
              </a:spcAft>
              <a:buClr>
                <a:srgbClr val="0A4FA3"/>
              </a:buClr>
              <a:buSzPts val="1600"/>
              <a:buFont typeface="Arial"/>
              <a:buNone/>
              <a:defRPr b="0" i="0" sz="1600" u="none" cap="none" strike="noStrike">
                <a:solidFill>
                  <a:srgbClr val="0A4FA3"/>
                </a:solidFill>
                <a:latin typeface="Verdana"/>
                <a:ea typeface="Verdana"/>
                <a:cs typeface="Verdana"/>
                <a:sym typeface="Verdana"/>
              </a:defRPr>
            </a:lvl1pPr>
            <a:lvl2pPr indent="-465645" lvl="1" marL="914400" marR="0" rtl="0" algn="l">
              <a:lnSpc>
                <a:spcPct val="100000"/>
              </a:lnSpc>
              <a:spcBef>
                <a:spcPts val="747"/>
              </a:spcBef>
              <a:spcAft>
                <a:spcPts val="0"/>
              </a:spcAft>
              <a:buClr>
                <a:schemeClr val="dk1"/>
              </a:buClr>
              <a:buSzPts val="3733"/>
              <a:buFont typeface="Arial"/>
              <a:buChar char="–"/>
              <a:defRPr b="0" i="0" sz="3733" u="none" cap="none" strike="noStrike">
                <a:solidFill>
                  <a:schemeClr val="dk1"/>
                </a:solidFill>
                <a:latin typeface="Verdana"/>
                <a:ea typeface="Verdana"/>
                <a:cs typeface="Verdana"/>
                <a:sym typeface="Verdana"/>
              </a:defRPr>
            </a:lvl2pPr>
            <a:lvl3pPr indent="-431800" lvl="2" marL="1371600" marR="0" rtl="0" algn="l">
              <a:lnSpc>
                <a:spcPct val="100000"/>
              </a:lnSpc>
              <a:spcBef>
                <a:spcPts val="640"/>
              </a:spcBef>
              <a:spcAft>
                <a:spcPts val="0"/>
              </a:spcAft>
              <a:buClr>
                <a:schemeClr val="dk1"/>
              </a:buClr>
              <a:buSzPts val="3200"/>
              <a:buFont typeface="Arial"/>
              <a:buChar char="•"/>
              <a:defRPr b="0" i="0" sz="3200" u="none" cap="none" strike="noStrike">
                <a:solidFill>
                  <a:schemeClr val="dk1"/>
                </a:solidFill>
                <a:latin typeface="Verdana"/>
                <a:ea typeface="Verdana"/>
                <a:cs typeface="Verdana"/>
                <a:sym typeface="Verdana"/>
              </a:defRPr>
            </a:lvl3pPr>
            <a:lvl4pPr indent="-397954" lvl="3" marL="1828800" marR="0" rtl="0" algn="l">
              <a:lnSpc>
                <a:spcPct val="100000"/>
              </a:lnSpc>
              <a:spcBef>
                <a:spcPts val="533"/>
              </a:spcBef>
              <a:spcAft>
                <a:spcPts val="0"/>
              </a:spcAft>
              <a:buClr>
                <a:schemeClr val="dk1"/>
              </a:buClr>
              <a:buSzPts val="2667"/>
              <a:buFont typeface="Arial"/>
              <a:buChar char="–"/>
              <a:defRPr b="0" i="0" sz="2667" u="none" cap="none" strike="noStrike">
                <a:solidFill>
                  <a:schemeClr val="dk1"/>
                </a:solidFill>
                <a:latin typeface="Verdana"/>
                <a:ea typeface="Verdana"/>
                <a:cs typeface="Verdana"/>
                <a:sym typeface="Verdana"/>
              </a:defRPr>
            </a:lvl4pPr>
            <a:lvl5pPr indent="-397954" lvl="4" marL="2286000" marR="0" rtl="0" algn="l">
              <a:lnSpc>
                <a:spcPct val="100000"/>
              </a:lnSpc>
              <a:spcBef>
                <a:spcPts val="533"/>
              </a:spcBef>
              <a:spcAft>
                <a:spcPts val="0"/>
              </a:spcAft>
              <a:buClr>
                <a:schemeClr val="dk1"/>
              </a:buClr>
              <a:buSzPts val="2667"/>
              <a:buFont typeface="Arial"/>
              <a:buChar char="»"/>
              <a:defRPr b="0" i="0" sz="2667" u="none" cap="none" strike="noStrike">
                <a:solidFill>
                  <a:schemeClr val="dk1"/>
                </a:solidFill>
                <a:latin typeface="Verdana"/>
                <a:ea typeface="Verdana"/>
                <a:cs typeface="Verdana"/>
                <a:sym typeface="Verdana"/>
              </a:defRPr>
            </a:lvl5pPr>
            <a:lvl6pPr indent="-397954" lvl="5" marL="2743200" marR="0" rtl="0" algn="l">
              <a:lnSpc>
                <a:spcPct val="100000"/>
              </a:lnSpc>
              <a:spcBef>
                <a:spcPts val="533"/>
              </a:spcBef>
              <a:spcAft>
                <a:spcPts val="0"/>
              </a:spcAft>
              <a:buClr>
                <a:schemeClr val="dk1"/>
              </a:buClr>
              <a:buSzPts val="2667"/>
              <a:buFont typeface="Arial"/>
              <a:buChar char="•"/>
              <a:defRPr b="0" i="0" sz="2667" u="none" cap="none" strike="noStrike">
                <a:solidFill>
                  <a:schemeClr val="dk1"/>
                </a:solidFill>
                <a:latin typeface="Verdana"/>
                <a:ea typeface="Verdana"/>
                <a:cs typeface="Verdana"/>
                <a:sym typeface="Verdana"/>
              </a:defRPr>
            </a:lvl6pPr>
            <a:lvl7pPr indent="-397954" lvl="6" marL="3200400" marR="0" rtl="0" algn="l">
              <a:lnSpc>
                <a:spcPct val="100000"/>
              </a:lnSpc>
              <a:spcBef>
                <a:spcPts val="533"/>
              </a:spcBef>
              <a:spcAft>
                <a:spcPts val="0"/>
              </a:spcAft>
              <a:buClr>
                <a:schemeClr val="dk1"/>
              </a:buClr>
              <a:buSzPts val="2667"/>
              <a:buFont typeface="Arial"/>
              <a:buChar char="•"/>
              <a:defRPr b="0" i="0" sz="2667" u="none" cap="none" strike="noStrike">
                <a:solidFill>
                  <a:schemeClr val="dk1"/>
                </a:solidFill>
                <a:latin typeface="Verdana"/>
                <a:ea typeface="Verdana"/>
                <a:cs typeface="Verdana"/>
                <a:sym typeface="Verdana"/>
              </a:defRPr>
            </a:lvl7pPr>
            <a:lvl8pPr indent="-397954" lvl="7" marL="3657600" marR="0" rtl="0" algn="l">
              <a:lnSpc>
                <a:spcPct val="100000"/>
              </a:lnSpc>
              <a:spcBef>
                <a:spcPts val="533"/>
              </a:spcBef>
              <a:spcAft>
                <a:spcPts val="0"/>
              </a:spcAft>
              <a:buClr>
                <a:schemeClr val="dk1"/>
              </a:buClr>
              <a:buSzPts val="2667"/>
              <a:buFont typeface="Arial"/>
              <a:buChar char="•"/>
              <a:defRPr b="0" i="0" sz="2667" u="none" cap="none" strike="noStrike">
                <a:solidFill>
                  <a:schemeClr val="dk1"/>
                </a:solidFill>
                <a:latin typeface="Verdana"/>
                <a:ea typeface="Verdana"/>
                <a:cs typeface="Verdana"/>
                <a:sym typeface="Verdana"/>
              </a:defRPr>
            </a:lvl8pPr>
            <a:lvl9pPr indent="-397954" lvl="8" marL="4114800" marR="0" rtl="0" algn="l">
              <a:lnSpc>
                <a:spcPct val="100000"/>
              </a:lnSpc>
              <a:spcBef>
                <a:spcPts val="533"/>
              </a:spcBef>
              <a:spcAft>
                <a:spcPts val="0"/>
              </a:spcAft>
              <a:buClr>
                <a:schemeClr val="dk1"/>
              </a:buClr>
              <a:buSzPts val="2667"/>
              <a:buFont typeface="Arial"/>
              <a:buChar char="•"/>
              <a:defRPr b="0" i="0" sz="2667" u="none" cap="none" strike="noStrike">
                <a:solidFill>
                  <a:schemeClr val="dk1"/>
                </a:solidFill>
                <a:latin typeface="Verdana"/>
                <a:ea typeface="Verdana"/>
                <a:cs typeface="Verdana"/>
                <a:sym typeface="Verdana"/>
              </a:defRPr>
            </a:lvl9pPr>
          </a:lstStyle>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p:cSld name="table">
    <p:spTree>
      <p:nvGrpSpPr>
        <p:cNvPr id="77" name="Shape 77"/>
        <p:cNvGrpSpPr/>
        <p:nvPr/>
      </p:nvGrpSpPr>
      <p:grpSpPr>
        <a:xfrm>
          <a:off x="0" y="0"/>
          <a:ext cx="0" cy="0"/>
          <a:chOff x="0" y="0"/>
          <a:chExt cx="0" cy="0"/>
        </a:xfrm>
      </p:grpSpPr>
      <p:sp>
        <p:nvSpPr>
          <p:cNvPr id="78" name="Google Shape;78;p34"/>
          <p:cNvSpPr/>
          <p:nvPr>
            <p:ph idx="2" type="tbl"/>
          </p:nvPr>
        </p:nvSpPr>
        <p:spPr>
          <a:xfrm>
            <a:off x="1126884" y="1857375"/>
            <a:ext cx="9255366" cy="449897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chemeClr val="dk1"/>
              </a:buClr>
              <a:buSzPts val="1470"/>
              <a:buFont typeface="Verdana"/>
              <a:buNone/>
              <a:defRPr b="0" i="0" sz="1470" u="none" cap="none" strike="noStrike">
                <a:solidFill>
                  <a:schemeClr val="dk1"/>
                </a:solidFill>
                <a:latin typeface="Verdana"/>
                <a:ea typeface="Verdana"/>
                <a:cs typeface="Verdana"/>
                <a:sym typeface="Verdana"/>
              </a:defRPr>
            </a:lvl1pPr>
            <a:lvl2pPr lvl="1" marR="0" rtl="0" algn="l">
              <a:lnSpc>
                <a:spcPct val="100000"/>
              </a:lnSpc>
              <a:spcBef>
                <a:spcPts val="0"/>
              </a:spcBef>
              <a:spcAft>
                <a:spcPts val="0"/>
              </a:spcAft>
              <a:buClr>
                <a:srgbClr val="000000"/>
              </a:buClr>
              <a:buSzPts val="1400"/>
              <a:buFont typeface="Arial"/>
              <a:buNone/>
              <a:defRPr b="0" i="0" sz="2400" u="none" cap="none" strike="noStrike">
                <a:solidFill>
                  <a:schemeClr val="dk1"/>
                </a:solidFill>
                <a:latin typeface="Verdana"/>
                <a:ea typeface="Verdana"/>
                <a:cs typeface="Verdana"/>
                <a:sym typeface="Verdana"/>
              </a:defRPr>
            </a:lvl2pPr>
            <a:lvl3pPr lvl="2" marR="0" rtl="0" algn="l">
              <a:lnSpc>
                <a:spcPct val="100000"/>
              </a:lnSpc>
              <a:spcBef>
                <a:spcPts val="0"/>
              </a:spcBef>
              <a:spcAft>
                <a:spcPts val="0"/>
              </a:spcAft>
              <a:buClr>
                <a:srgbClr val="000000"/>
              </a:buClr>
              <a:buSzPts val="1400"/>
              <a:buFont typeface="Arial"/>
              <a:buNone/>
              <a:defRPr b="0" i="0" sz="2400" u="none" cap="none" strike="noStrike">
                <a:solidFill>
                  <a:schemeClr val="dk1"/>
                </a:solidFill>
                <a:latin typeface="Verdana"/>
                <a:ea typeface="Verdana"/>
                <a:cs typeface="Verdana"/>
                <a:sym typeface="Verdana"/>
              </a:defRPr>
            </a:lvl3pPr>
            <a:lvl4pPr lvl="3" marR="0" rtl="0" algn="l">
              <a:lnSpc>
                <a:spcPct val="100000"/>
              </a:lnSpc>
              <a:spcBef>
                <a:spcPts val="0"/>
              </a:spcBef>
              <a:spcAft>
                <a:spcPts val="0"/>
              </a:spcAft>
              <a:buClr>
                <a:srgbClr val="000000"/>
              </a:buClr>
              <a:buSzPts val="1400"/>
              <a:buFont typeface="Arial"/>
              <a:buNone/>
              <a:defRPr b="0" i="0" sz="2400" u="none" cap="none" strike="noStrike">
                <a:solidFill>
                  <a:schemeClr val="dk1"/>
                </a:solidFill>
                <a:latin typeface="Verdana"/>
                <a:ea typeface="Verdana"/>
                <a:cs typeface="Verdana"/>
                <a:sym typeface="Verdana"/>
              </a:defRPr>
            </a:lvl4pPr>
            <a:lvl5pPr lvl="4" marR="0" rtl="0" algn="l">
              <a:lnSpc>
                <a:spcPct val="100000"/>
              </a:lnSpc>
              <a:spcBef>
                <a:spcPts val="0"/>
              </a:spcBef>
              <a:spcAft>
                <a:spcPts val="0"/>
              </a:spcAft>
              <a:buClr>
                <a:srgbClr val="000000"/>
              </a:buClr>
              <a:buSzPts val="1400"/>
              <a:buFont typeface="Arial"/>
              <a:buNone/>
              <a:defRPr b="0" i="0" sz="2400" u="none" cap="none" strike="noStrike">
                <a:solidFill>
                  <a:schemeClr val="dk1"/>
                </a:solidFill>
                <a:latin typeface="Verdana"/>
                <a:ea typeface="Verdana"/>
                <a:cs typeface="Verdana"/>
                <a:sym typeface="Verdana"/>
              </a:defRPr>
            </a:lvl5pPr>
            <a:lvl6pPr lvl="5" marR="0" rtl="0" algn="l">
              <a:lnSpc>
                <a:spcPct val="100000"/>
              </a:lnSpc>
              <a:spcBef>
                <a:spcPts val="0"/>
              </a:spcBef>
              <a:spcAft>
                <a:spcPts val="0"/>
              </a:spcAft>
              <a:buClr>
                <a:srgbClr val="000000"/>
              </a:buClr>
              <a:buSzPts val="1400"/>
              <a:buFont typeface="Arial"/>
              <a:buNone/>
              <a:defRPr b="0" i="0" sz="2400" u="none" cap="none" strike="noStrike">
                <a:solidFill>
                  <a:schemeClr val="dk1"/>
                </a:solidFill>
                <a:latin typeface="Verdana"/>
                <a:ea typeface="Verdana"/>
                <a:cs typeface="Verdana"/>
                <a:sym typeface="Verdana"/>
              </a:defRPr>
            </a:lvl6pPr>
            <a:lvl7pPr lvl="6" marR="0" rtl="0" algn="l">
              <a:lnSpc>
                <a:spcPct val="100000"/>
              </a:lnSpc>
              <a:spcBef>
                <a:spcPts val="0"/>
              </a:spcBef>
              <a:spcAft>
                <a:spcPts val="0"/>
              </a:spcAft>
              <a:buClr>
                <a:srgbClr val="000000"/>
              </a:buClr>
              <a:buSzPts val="1400"/>
              <a:buFont typeface="Arial"/>
              <a:buNone/>
              <a:defRPr b="0" i="0" sz="2400" u="none" cap="none" strike="noStrike">
                <a:solidFill>
                  <a:schemeClr val="dk1"/>
                </a:solidFill>
                <a:latin typeface="Verdana"/>
                <a:ea typeface="Verdana"/>
                <a:cs typeface="Verdana"/>
                <a:sym typeface="Verdana"/>
              </a:defRPr>
            </a:lvl7pPr>
            <a:lvl8pPr lvl="7" marR="0" rtl="0" algn="l">
              <a:lnSpc>
                <a:spcPct val="100000"/>
              </a:lnSpc>
              <a:spcBef>
                <a:spcPts val="0"/>
              </a:spcBef>
              <a:spcAft>
                <a:spcPts val="0"/>
              </a:spcAft>
              <a:buClr>
                <a:srgbClr val="000000"/>
              </a:buClr>
              <a:buSzPts val="1400"/>
              <a:buFont typeface="Arial"/>
              <a:buNone/>
              <a:defRPr b="0" i="0" sz="2400" u="none" cap="none" strike="noStrike">
                <a:solidFill>
                  <a:schemeClr val="dk1"/>
                </a:solidFill>
                <a:latin typeface="Verdana"/>
                <a:ea typeface="Verdana"/>
                <a:cs typeface="Verdana"/>
                <a:sym typeface="Verdana"/>
              </a:defRPr>
            </a:lvl8pPr>
            <a:lvl9pPr lvl="8" marR="0" rtl="0" algn="l">
              <a:lnSpc>
                <a:spcPct val="100000"/>
              </a:lnSpc>
              <a:spcBef>
                <a:spcPts val="0"/>
              </a:spcBef>
              <a:spcAft>
                <a:spcPts val="0"/>
              </a:spcAft>
              <a:buClr>
                <a:srgbClr val="000000"/>
              </a:buClr>
              <a:buSzPts val="1400"/>
              <a:buFont typeface="Arial"/>
              <a:buNone/>
              <a:defRPr b="0" i="0" sz="2400" u="none" cap="none" strike="noStrike">
                <a:solidFill>
                  <a:schemeClr val="dk1"/>
                </a:solidFill>
                <a:latin typeface="Verdana"/>
                <a:ea typeface="Verdana"/>
                <a:cs typeface="Verdana"/>
                <a:sym typeface="Verdana"/>
              </a:defRPr>
            </a:lvl9pPr>
          </a:lstStyle>
          <a:p/>
        </p:txBody>
      </p:sp>
      <p:sp>
        <p:nvSpPr>
          <p:cNvPr id="79" name="Google Shape;79;p34"/>
          <p:cNvSpPr txBox="1"/>
          <p:nvPr>
            <p:ph idx="1" type="body"/>
          </p:nvPr>
        </p:nvSpPr>
        <p:spPr>
          <a:xfrm>
            <a:off x="1126884" y="548680"/>
            <a:ext cx="9255382" cy="604400"/>
          </a:xfrm>
          <a:prstGeom prst="rect">
            <a:avLst/>
          </a:prstGeom>
          <a:noFill/>
          <a:ln>
            <a:noFill/>
          </a:ln>
        </p:spPr>
        <p:txBody>
          <a:bodyPr anchorCtr="0" anchor="ctr" bIns="45700" lIns="91425" spcFirstLastPara="1" rIns="91425" wrap="square" tIns="45700">
            <a:noAutofit/>
          </a:bodyPr>
          <a:lstStyle>
            <a:lvl1pPr indent="-228600" lvl="0" marL="457200" marR="0" rtl="0" algn="l">
              <a:lnSpc>
                <a:spcPct val="100000"/>
              </a:lnSpc>
              <a:spcBef>
                <a:spcPts val="0"/>
              </a:spcBef>
              <a:spcAft>
                <a:spcPts val="0"/>
              </a:spcAft>
              <a:buClr>
                <a:schemeClr val="lt1"/>
              </a:buClr>
              <a:buSzPts val="2933"/>
              <a:buFont typeface="Arial"/>
              <a:buNone/>
              <a:defRPr b="1" i="0" sz="2933" u="none" cap="none" strike="noStrike">
                <a:solidFill>
                  <a:schemeClr val="lt1"/>
                </a:solidFill>
                <a:latin typeface="Verdana"/>
                <a:ea typeface="Verdana"/>
                <a:cs typeface="Verdana"/>
                <a:sym typeface="Verdana"/>
              </a:defRPr>
            </a:lvl1pPr>
            <a:lvl2pPr indent="-465645" lvl="1" marL="914400" marR="0" rtl="0" algn="l">
              <a:lnSpc>
                <a:spcPct val="100000"/>
              </a:lnSpc>
              <a:spcBef>
                <a:spcPts val="747"/>
              </a:spcBef>
              <a:spcAft>
                <a:spcPts val="0"/>
              </a:spcAft>
              <a:buClr>
                <a:schemeClr val="dk1"/>
              </a:buClr>
              <a:buSzPts val="3733"/>
              <a:buFont typeface="Arial"/>
              <a:buChar char="–"/>
              <a:defRPr b="0" i="0" sz="3733" u="none" cap="none" strike="noStrike">
                <a:solidFill>
                  <a:schemeClr val="dk1"/>
                </a:solidFill>
                <a:latin typeface="Verdana"/>
                <a:ea typeface="Verdana"/>
                <a:cs typeface="Verdana"/>
                <a:sym typeface="Verdana"/>
              </a:defRPr>
            </a:lvl2pPr>
            <a:lvl3pPr indent="-431800" lvl="2" marL="1371600" marR="0" rtl="0" algn="l">
              <a:lnSpc>
                <a:spcPct val="100000"/>
              </a:lnSpc>
              <a:spcBef>
                <a:spcPts val="640"/>
              </a:spcBef>
              <a:spcAft>
                <a:spcPts val="0"/>
              </a:spcAft>
              <a:buClr>
                <a:schemeClr val="dk1"/>
              </a:buClr>
              <a:buSzPts val="3200"/>
              <a:buFont typeface="Arial"/>
              <a:buChar char="•"/>
              <a:defRPr b="0" i="0" sz="3200" u="none" cap="none" strike="noStrike">
                <a:solidFill>
                  <a:schemeClr val="dk1"/>
                </a:solidFill>
                <a:latin typeface="Verdana"/>
                <a:ea typeface="Verdana"/>
                <a:cs typeface="Verdana"/>
                <a:sym typeface="Verdana"/>
              </a:defRPr>
            </a:lvl3pPr>
            <a:lvl4pPr indent="-397954" lvl="3" marL="1828800" marR="0" rtl="0" algn="l">
              <a:lnSpc>
                <a:spcPct val="100000"/>
              </a:lnSpc>
              <a:spcBef>
                <a:spcPts val="533"/>
              </a:spcBef>
              <a:spcAft>
                <a:spcPts val="0"/>
              </a:spcAft>
              <a:buClr>
                <a:schemeClr val="dk1"/>
              </a:buClr>
              <a:buSzPts val="2667"/>
              <a:buFont typeface="Arial"/>
              <a:buChar char="–"/>
              <a:defRPr b="0" i="0" sz="2667" u="none" cap="none" strike="noStrike">
                <a:solidFill>
                  <a:schemeClr val="dk1"/>
                </a:solidFill>
                <a:latin typeface="Verdana"/>
                <a:ea typeface="Verdana"/>
                <a:cs typeface="Verdana"/>
                <a:sym typeface="Verdana"/>
              </a:defRPr>
            </a:lvl4pPr>
            <a:lvl5pPr indent="-397954" lvl="4" marL="2286000" marR="0" rtl="0" algn="l">
              <a:lnSpc>
                <a:spcPct val="100000"/>
              </a:lnSpc>
              <a:spcBef>
                <a:spcPts val="533"/>
              </a:spcBef>
              <a:spcAft>
                <a:spcPts val="0"/>
              </a:spcAft>
              <a:buClr>
                <a:schemeClr val="dk1"/>
              </a:buClr>
              <a:buSzPts val="2667"/>
              <a:buFont typeface="Arial"/>
              <a:buChar char="»"/>
              <a:defRPr b="0" i="0" sz="2667" u="none" cap="none" strike="noStrike">
                <a:solidFill>
                  <a:schemeClr val="dk1"/>
                </a:solidFill>
                <a:latin typeface="Verdana"/>
                <a:ea typeface="Verdana"/>
                <a:cs typeface="Verdana"/>
                <a:sym typeface="Verdana"/>
              </a:defRPr>
            </a:lvl5pPr>
            <a:lvl6pPr indent="-397954" lvl="5" marL="2743200" marR="0" rtl="0" algn="l">
              <a:lnSpc>
                <a:spcPct val="100000"/>
              </a:lnSpc>
              <a:spcBef>
                <a:spcPts val="533"/>
              </a:spcBef>
              <a:spcAft>
                <a:spcPts val="0"/>
              </a:spcAft>
              <a:buClr>
                <a:schemeClr val="dk1"/>
              </a:buClr>
              <a:buSzPts val="2667"/>
              <a:buFont typeface="Arial"/>
              <a:buChar char="•"/>
              <a:defRPr b="0" i="0" sz="2667" u="none" cap="none" strike="noStrike">
                <a:solidFill>
                  <a:schemeClr val="dk1"/>
                </a:solidFill>
                <a:latin typeface="Verdana"/>
                <a:ea typeface="Verdana"/>
                <a:cs typeface="Verdana"/>
                <a:sym typeface="Verdana"/>
              </a:defRPr>
            </a:lvl6pPr>
            <a:lvl7pPr indent="-397954" lvl="6" marL="3200400" marR="0" rtl="0" algn="l">
              <a:lnSpc>
                <a:spcPct val="100000"/>
              </a:lnSpc>
              <a:spcBef>
                <a:spcPts val="533"/>
              </a:spcBef>
              <a:spcAft>
                <a:spcPts val="0"/>
              </a:spcAft>
              <a:buClr>
                <a:schemeClr val="dk1"/>
              </a:buClr>
              <a:buSzPts val="2667"/>
              <a:buFont typeface="Arial"/>
              <a:buChar char="•"/>
              <a:defRPr b="0" i="0" sz="2667" u="none" cap="none" strike="noStrike">
                <a:solidFill>
                  <a:schemeClr val="dk1"/>
                </a:solidFill>
                <a:latin typeface="Verdana"/>
                <a:ea typeface="Verdana"/>
                <a:cs typeface="Verdana"/>
                <a:sym typeface="Verdana"/>
              </a:defRPr>
            </a:lvl7pPr>
            <a:lvl8pPr indent="-397954" lvl="7" marL="3657600" marR="0" rtl="0" algn="l">
              <a:lnSpc>
                <a:spcPct val="100000"/>
              </a:lnSpc>
              <a:spcBef>
                <a:spcPts val="533"/>
              </a:spcBef>
              <a:spcAft>
                <a:spcPts val="0"/>
              </a:spcAft>
              <a:buClr>
                <a:schemeClr val="dk1"/>
              </a:buClr>
              <a:buSzPts val="2667"/>
              <a:buFont typeface="Arial"/>
              <a:buChar char="•"/>
              <a:defRPr b="0" i="0" sz="2667" u="none" cap="none" strike="noStrike">
                <a:solidFill>
                  <a:schemeClr val="dk1"/>
                </a:solidFill>
                <a:latin typeface="Verdana"/>
                <a:ea typeface="Verdana"/>
                <a:cs typeface="Verdana"/>
                <a:sym typeface="Verdana"/>
              </a:defRPr>
            </a:lvl8pPr>
            <a:lvl9pPr indent="-397954" lvl="8" marL="4114800" marR="0" rtl="0" algn="l">
              <a:lnSpc>
                <a:spcPct val="100000"/>
              </a:lnSpc>
              <a:spcBef>
                <a:spcPts val="533"/>
              </a:spcBef>
              <a:spcAft>
                <a:spcPts val="0"/>
              </a:spcAft>
              <a:buClr>
                <a:schemeClr val="dk1"/>
              </a:buClr>
              <a:buSzPts val="2667"/>
              <a:buFont typeface="Arial"/>
              <a:buChar char="•"/>
              <a:defRPr b="0" i="0" sz="2667" u="none" cap="none" strike="noStrike">
                <a:solidFill>
                  <a:schemeClr val="dk1"/>
                </a:solidFill>
                <a:latin typeface="Verdana"/>
                <a:ea typeface="Verdana"/>
                <a:cs typeface="Verdana"/>
                <a:sym typeface="Verdana"/>
              </a:defRPr>
            </a:lvl9pPr>
          </a:lstStyle>
          <a:p/>
        </p:txBody>
      </p:sp>
      <p:sp>
        <p:nvSpPr>
          <p:cNvPr id="80" name="Google Shape;80;p34"/>
          <p:cNvSpPr txBox="1"/>
          <p:nvPr>
            <p:ph idx="3" type="body"/>
          </p:nvPr>
        </p:nvSpPr>
        <p:spPr>
          <a:xfrm>
            <a:off x="1126884" y="1412776"/>
            <a:ext cx="9255382" cy="392029"/>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20000"/>
              </a:lnSpc>
              <a:spcBef>
                <a:spcPts val="0"/>
              </a:spcBef>
              <a:spcAft>
                <a:spcPts val="0"/>
              </a:spcAft>
              <a:buClr>
                <a:srgbClr val="0A4FA3"/>
              </a:buClr>
              <a:buSzPts val="1600"/>
              <a:buFont typeface="Arial"/>
              <a:buNone/>
              <a:defRPr b="0" i="0" sz="1600" u="none" cap="none" strike="noStrike">
                <a:solidFill>
                  <a:srgbClr val="0A4FA3"/>
                </a:solidFill>
                <a:latin typeface="Verdana"/>
                <a:ea typeface="Verdana"/>
                <a:cs typeface="Verdana"/>
                <a:sym typeface="Verdana"/>
              </a:defRPr>
            </a:lvl1pPr>
            <a:lvl2pPr indent="-465645" lvl="1" marL="914400" marR="0" rtl="0" algn="l">
              <a:lnSpc>
                <a:spcPct val="100000"/>
              </a:lnSpc>
              <a:spcBef>
                <a:spcPts val="747"/>
              </a:spcBef>
              <a:spcAft>
                <a:spcPts val="0"/>
              </a:spcAft>
              <a:buClr>
                <a:schemeClr val="dk1"/>
              </a:buClr>
              <a:buSzPts val="3733"/>
              <a:buFont typeface="Arial"/>
              <a:buChar char="–"/>
              <a:defRPr b="0" i="0" sz="3733" u="none" cap="none" strike="noStrike">
                <a:solidFill>
                  <a:schemeClr val="dk1"/>
                </a:solidFill>
                <a:latin typeface="Verdana"/>
                <a:ea typeface="Verdana"/>
                <a:cs typeface="Verdana"/>
                <a:sym typeface="Verdana"/>
              </a:defRPr>
            </a:lvl2pPr>
            <a:lvl3pPr indent="-431800" lvl="2" marL="1371600" marR="0" rtl="0" algn="l">
              <a:lnSpc>
                <a:spcPct val="100000"/>
              </a:lnSpc>
              <a:spcBef>
                <a:spcPts val="640"/>
              </a:spcBef>
              <a:spcAft>
                <a:spcPts val="0"/>
              </a:spcAft>
              <a:buClr>
                <a:schemeClr val="dk1"/>
              </a:buClr>
              <a:buSzPts val="3200"/>
              <a:buFont typeface="Arial"/>
              <a:buChar char="•"/>
              <a:defRPr b="0" i="0" sz="3200" u="none" cap="none" strike="noStrike">
                <a:solidFill>
                  <a:schemeClr val="dk1"/>
                </a:solidFill>
                <a:latin typeface="Verdana"/>
                <a:ea typeface="Verdana"/>
                <a:cs typeface="Verdana"/>
                <a:sym typeface="Verdana"/>
              </a:defRPr>
            </a:lvl3pPr>
            <a:lvl4pPr indent="-397954" lvl="3" marL="1828800" marR="0" rtl="0" algn="l">
              <a:lnSpc>
                <a:spcPct val="100000"/>
              </a:lnSpc>
              <a:spcBef>
                <a:spcPts val="533"/>
              </a:spcBef>
              <a:spcAft>
                <a:spcPts val="0"/>
              </a:spcAft>
              <a:buClr>
                <a:schemeClr val="dk1"/>
              </a:buClr>
              <a:buSzPts val="2667"/>
              <a:buFont typeface="Arial"/>
              <a:buChar char="–"/>
              <a:defRPr b="0" i="0" sz="2667" u="none" cap="none" strike="noStrike">
                <a:solidFill>
                  <a:schemeClr val="dk1"/>
                </a:solidFill>
                <a:latin typeface="Verdana"/>
                <a:ea typeface="Verdana"/>
                <a:cs typeface="Verdana"/>
                <a:sym typeface="Verdana"/>
              </a:defRPr>
            </a:lvl4pPr>
            <a:lvl5pPr indent="-397954" lvl="4" marL="2286000" marR="0" rtl="0" algn="l">
              <a:lnSpc>
                <a:spcPct val="100000"/>
              </a:lnSpc>
              <a:spcBef>
                <a:spcPts val="533"/>
              </a:spcBef>
              <a:spcAft>
                <a:spcPts val="0"/>
              </a:spcAft>
              <a:buClr>
                <a:schemeClr val="dk1"/>
              </a:buClr>
              <a:buSzPts val="2667"/>
              <a:buFont typeface="Arial"/>
              <a:buChar char="»"/>
              <a:defRPr b="0" i="0" sz="2667" u="none" cap="none" strike="noStrike">
                <a:solidFill>
                  <a:schemeClr val="dk1"/>
                </a:solidFill>
                <a:latin typeface="Verdana"/>
                <a:ea typeface="Verdana"/>
                <a:cs typeface="Verdana"/>
                <a:sym typeface="Verdana"/>
              </a:defRPr>
            </a:lvl5pPr>
            <a:lvl6pPr indent="-397954" lvl="5" marL="2743200" marR="0" rtl="0" algn="l">
              <a:lnSpc>
                <a:spcPct val="100000"/>
              </a:lnSpc>
              <a:spcBef>
                <a:spcPts val="533"/>
              </a:spcBef>
              <a:spcAft>
                <a:spcPts val="0"/>
              </a:spcAft>
              <a:buClr>
                <a:schemeClr val="dk1"/>
              </a:buClr>
              <a:buSzPts val="2667"/>
              <a:buFont typeface="Arial"/>
              <a:buChar char="•"/>
              <a:defRPr b="0" i="0" sz="2667" u="none" cap="none" strike="noStrike">
                <a:solidFill>
                  <a:schemeClr val="dk1"/>
                </a:solidFill>
                <a:latin typeface="Verdana"/>
                <a:ea typeface="Verdana"/>
                <a:cs typeface="Verdana"/>
                <a:sym typeface="Verdana"/>
              </a:defRPr>
            </a:lvl6pPr>
            <a:lvl7pPr indent="-397954" lvl="6" marL="3200400" marR="0" rtl="0" algn="l">
              <a:lnSpc>
                <a:spcPct val="100000"/>
              </a:lnSpc>
              <a:spcBef>
                <a:spcPts val="533"/>
              </a:spcBef>
              <a:spcAft>
                <a:spcPts val="0"/>
              </a:spcAft>
              <a:buClr>
                <a:schemeClr val="dk1"/>
              </a:buClr>
              <a:buSzPts val="2667"/>
              <a:buFont typeface="Arial"/>
              <a:buChar char="•"/>
              <a:defRPr b="0" i="0" sz="2667" u="none" cap="none" strike="noStrike">
                <a:solidFill>
                  <a:schemeClr val="dk1"/>
                </a:solidFill>
                <a:latin typeface="Verdana"/>
                <a:ea typeface="Verdana"/>
                <a:cs typeface="Verdana"/>
                <a:sym typeface="Verdana"/>
              </a:defRPr>
            </a:lvl7pPr>
            <a:lvl8pPr indent="-397954" lvl="7" marL="3657600" marR="0" rtl="0" algn="l">
              <a:lnSpc>
                <a:spcPct val="100000"/>
              </a:lnSpc>
              <a:spcBef>
                <a:spcPts val="533"/>
              </a:spcBef>
              <a:spcAft>
                <a:spcPts val="0"/>
              </a:spcAft>
              <a:buClr>
                <a:schemeClr val="dk1"/>
              </a:buClr>
              <a:buSzPts val="2667"/>
              <a:buFont typeface="Arial"/>
              <a:buChar char="•"/>
              <a:defRPr b="0" i="0" sz="2667" u="none" cap="none" strike="noStrike">
                <a:solidFill>
                  <a:schemeClr val="dk1"/>
                </a:solidFill>
                <a:latin typeface="Verdana"/>
                <a:ea typeface="Verdana"/>
                <a:cs typeface="Verdana"/>
                <a:sym typeface="Verdana"/>
              </a:defRPr>
            </a:lvl8pPr>
            <a:lvl9pPr indent="-397954" lvl="8" marL="4114800" marR="0" rtl="0" algn="l">
              <a:lnSpc>
                <a:spcPct val="100000"/>
              </a:lnSpc>
              <a:spcBef>
                <a:spcPts val="533"/>
              </a:spcBef>
              <a:spcAft>
                <a:spcPts val="0"/>
              </a:spcAft>
              <a:buClr>
                <a:schemeClr val="dk1"/>
              </a:buClr>
              <a:buSzPts val="2667"/>
              <a:buFont typeface="Arial"/>
              <a:buChar char="•"/>
              <a:defRPr b="0" i="0" sz="2667" u="none" cap="none" strike="noStrike">
                <a:solidFill>
                  <a:schemeClr val="dk1"/>
                </a:solidFill>
                <a:latin typeface="Verdana"/>
                <a:ea typeface="Verdana"/>
                <a:cs typeface="Verdana"/>
                <a:sym typeface="Verdana"/>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hart">
  <p:cSld name="chart">
    <p:spTree>
      <p:nvGrpSpPr>
        <p:cNvPr id="81" name="Shape 81"/>
        <p:cNvGrpSpPr/>
        <p:nvPr/>
      </p:nvGrpSpPr>
      <p:grpSpPr>
        <a:xfrm>
          <a:off x="0" y="0"/>
          <a:ext cx="0" cy="0"/>
          <a:chOff x="0" y="0"/>
          <a:chExt cx="0" cy="0"/>
        </a:xfrm>
      </p:grpSpPr>
      <p:sp>
        <p:nvSpPr>
          <p:cNvPr id="82" name="Google Shape;82;p35"/>
          <p:cNvSpPr/>
          <p:nvPr>
            <p:ph idx="2" type="chart"/>
          </p:nvPr>
        </p:nvSpPr>
        <p:spPr>
          <a:xfrm>
            <a:off x="1126883" y="1857364"/>
            <a:ext cx="9326835" cy="4376736"/>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294"/>
              </a:spcBef>
              <a:spcAft>
                <a:spcPts val="0"/>
              </a:spcAft>
              <a:buClr>
                <a:schemeClr val="dk1"/>
              </a:buClr>
              <a:buSzPts val="1470"/>
              <a:buFont typeface="Arial"/>
              <a:buNone/>
              <a:defRPr b="0" i="0" sz="1470" u="none" cap="none" strike="noStrike">
                <a:solidFill>
                  <a:schemeClr val="dk1"/>
                </a:solidFill>
                <a:latin typeface="Verdana"/>
                <a:ea typeface="Verdana"/>
                <a:cs typeface="Verdana"/>
                <a:sym typeface="Verdana"/>
              </a:defRPr>
            </a:lvl1pPr>
            <a:lvl2pPr lvl="1" marR="0" rtl="0" algn="l">
              <a:lnSpc>
                <a:spcPct val="100000"/>
              </a:lnSpc>
              <a:spcBef>
                <a:spcPts val="747"/>
              </a:spcBef>
              <a:spcAft>
                <a:spcPts val="0"/>
              </a:spcAft>
              <a:buClr>
                <a:schemeClr val="dk1"/>
              </a:buClr>
              <a:buSzPts val="3733"/>
              <a:buFont typeface="Arial"/>
              <a:buChar char="–"/>
              <a:defRPr b="0" i="0" sz="3733" u="none" cap="none" strike="noStrike">
                <a:solidFill>
                  <a:schemeClr val="dk1"/>
                </a:solidFill>
                <a:latin typeface="Verdana"/>
                <a:ea typeface="Verdana"/>
                <a:cs typeface="Verdana"/>
                <a:sym typeface="Verdana"/>
              </a:defRPr>
            </a:lvl2pPr>
            <a:lvl3pPr lvl="2" marR="0" rtl="0" algn="l">
              <a:lnSpc>
                <a:spcPct val="100000"/>
              </a:lnSpc>
              <a:spcBef>
                <a:spcPts val="640"/>
              </a:spcBef>
              <a:spcAft>
                <a:spcPts val="0"/>
              </a:spcAft>
              <a:buClr>
                <a:schemeClr val="dk1"/>
              </a:buClr>
              <a:buSzPts val="3200"/>
              <a:buFont typeface="Arial"/>
              <a:buChar char="•"/>
              <a:defRPr b="0" i="0" sz="3200" u="none" cap="none" strike="noStrike">
                <a:solidFill>
                  <a:schemeClr val="dk1"/>
                </a:solidFill>
                <a:latin typeface="Verdana"/>
                <a:ea typeface="Verdana"/>
                <a:cs typeface="Verdana"/>
                <a:sym typeface="Verdana"/>
              </a:defRPr>
            </a:lvl3pPr>
            <a:lvl4pPr lvl="3" marR="0" rtl="0" algn="l">
              <a:lnSpc>
                <a:spcPct val="100000"/>
              </a:lnSpc>
              <a:spcBef>
                <a:spcPts val="533"/>
              </a:spcBef>
              <a:spcAft>
                <a:spcPts val="0"/>
              </a:spcAft>
              <a:buClr>
                <a:schemeClr val="dk1"/>
              </a:buClr>
              <a:buSzPts val="2667"/>
              <a:buFont typeface="Arial"/>
              <a:buChar char="–"/>
              <a:defRPr b="0" i="0" sz="2667" u="none" cap="none" strike="noStrike">
                <a:solidFill>
                  <a:schemeClr val="dk1"/>
                </a:solidFill>
                <a:latin typeface="Verdana"/>
                <a:ea typeface="Verdana"/>
                <a:cs typeface="Verdana"/>
                <a:sym typeface="Verdana"/>
              </a:defRPr>
            </a:lvl4pPr>
            <a:lvl5pPr lvl="4" marR="0" rtl="0" algn="l">
              <a:lnSpc>
                <a:spcPct val="100000"/>
              </a:lnSpc>
              <a:spcBef>
                <a:spcPts val="533"/>
              </a:spcBef>
              <a:spcAft>
                <a:spcPts val="0"/>
              </a:spcAft>
              <a:buClr>
                <a:schemeClr val="dk1"/>
              </a:buClr>
              <a:buSzPts val="2667"/>
              <a:buFont typeface="Arial"/>
              <a:buChar char="»"/>
              <a:defRPr b="0" i="0" sz="2667" u="none" cap="none" strike="noStrike">
                <a:solidFill>
                  <a:schemeClr val="dk1"/>
                </a:solidFill>
                <a:latin typeface="Verdana"/>
                <a:ea typeface="Verdana"/>
                <a:cs typeface="Verdana"/>
                <a:sym typeface="Verdana"/>
              </a:defRPr>
            </a:lvl5pPr>
            <a:lvl6pPr lvl="5" marR="0" rtl="0" algn="l">
              <a:lnSpc>
                <a:spcPct val="100000"/>
              </a:lnSpc>
              <a:spcBef>
                <a:spcPts val="533"/>
              </a:spcBef>
              <a:spcAft>
                <a:spcPts val="0"/>
              </a:spcAft>
              <a:buClr>
                <a:schemeClr val="dk1"/>
              </a:buClr>
              <a:buSzPts val="2667"/>
              <a:buFont typeface="Arial"/>
              <a:buChar char="•"/>
              <a:defRPr b="0" i="0" sz="2667" u="none" cap="none" strike="noStrike">
                <a:solidFill>
                  <a:schemeClr val="dk1"/>
                </a:solidFill>
                <a:latin typeface="Verdana"/>
                <a:ea typeface="Verdana"/>
                <a:cs typeface="Verdana"/>
                <a:sym typeface="Verdana"/>
              </a:defRPr>
            </a:lvl6pPr>
            <a:lvl7pPr lvl="6" marR="0" rtl="0" algn="l">
              <a:lnSpc>
                <a:spcPct val="100000"/>
              </a:lnSpc>
              <a:spcBef>
                <a:spcPts val="533"/>
              </a:spcBef>
              <a:spcAft>
                <a:spcPts val="0"/>
              </a:spcAft>
              <a:buClr>
                <a:schemeClr val="dk1"/>
              </a:buClr>
              <a:buSzPts val="2667"/>
              <a:buFont typeface="Arial"/>
              <a:buChar char="•"/>
              <a:defRPr b="0" i="0" sz="2667" u="none" cap="none" strike="noStrike">
                <a:solidFill>
                  <a:schemeClr val="dk1"/>
                </a:solidFill>
                <a:latin typeface="Verdana"/>
                <a:ea typeface="Verdana"/>
                <a:cs typeface="Verdana"/>
                <a:sym typeface="Verdana"/>
              </a:defRPr>
            </a:lvl7pPr>
            <a:lvl8pPr lvl="7" marR="0" rtl="0" algn="l">
              <a:lnSpc>
                <a:spcPct val="100000"/>
              </a:lnSpc>
              <a:spcBef>
                <a:spcPts val="533"/>
              </a:spcBef>
              <a:spcAft>
                <a:spcPts val="0"/>
              </a:spcAft>
              <a:buClr>
                <a:schemeClr val="dk1"/>
              </a:buClr>
              <a:buSzPts val="2667"/>
              <a:buFont typeface="Arial"/>
              <a:buChar char="•"/>
              <a:defRPr b="0" i="0" sz="2667" u="none" cap="none" strike="noStrike">
                <a:solidFill>
                  <a:schemeClr val="dk1"/>
                </a:solidFill>
                <a:latin typeface="Verdana"/>
                <a:ea typeface="Verdana"/>
                <a:cs typeface="Verdana"/>
                <a:sym typeface="Verdana"/>
              </a:defRPr>
            </a:lvl8pPr>
            <a:lvl9pPr lvl="8" marR="0" rtl="0" algn="l">
              <a:lnSpc>
                <a:spcPct val="100000"/>
              </a:lnSpc>
              <a:spcBef>
                <a:spcPts val="533"/>
              </a:spcBef>
              <a:spcAft>
                <a:spcPts val="0"/>
              </a:spcAft>
              <a:buClr>
                <a:schemeClr val="dk1"/>
              </a:buClr>
              <a:buSzPts val="2667"/>
              <a:buFont typeface="Arial"/>
              <a:buChar char="•"/>
              <a:defRPr b="0" i="0" sz="2667" u="none" cap="none" strike="noStrike">
                <a:solidFill>
                  <a:schemeClr val="dk1"/>
                </a:solidFill>
                <a:latin typeface="Verdana"/>
                <a:ea typeface="Verdana"/>
                <a:cs typeface="Verdana"/>
                <a:sym typeface="Verdana"/>
              </a:defRPr>
            </a:lvl9pPr>
          </a:lstStyle>
          <a:p/>
        </p:txBody>
      </p:sp>
      <p:sp>
        <p:nvSpPr>
          <p:cNvPr id="83" name="Google Shape;83;p35"/>
          <p:cNvSpPr txBox="1"/>
          <p:nvPr>
            <p:ph idx="1" type="body"/>
          </p:nvPr>
        </p:nvSpPr>
        <p:spPr>
          <a:xfrm>
            <a:off x="1126884" y="548680"/>
            <a:ext cx="9255382" cy="604400"/>
          </a:xfrm>
          <a:prstGeom prst="rect">
            <a:avLst/>
          </a:prstGeom>
          <a:noFill/>
          <a:ln>
            <a:noFill/>
          </a:ln>
        </p:spPr>
        <p:txBody>
          <a:bodyPr anchorCtr="0" anchor="ctr" bIns="45700" lIns="91425" spcFirstLastPara="1" rIns="91425" wrap="square" tIns="45700">
            <a:noAutofit/>
          </a:bodyPr>
          <a:lstStyle>
            <a:lvl1pPr indent="-228600" lvl="0" marL="457200" marR="0" rtl="0" algn="l">
              <a:lnSpc>
                <a:spcPct val="100000"/>
              </a:lnSpc>
              <a:spcBef>
                <a:spcPts val="0"/>
              </a:spcBef>
              <a:spcAft>
                <a:spcPts val="0"/>
              </a:spcAft>
              <a:buClr>
                <a:schemeClr val="lt1"/>
              </a:buClr>
              <a:buSzPts val="2933"/>
              <a:buFont typeface="Arial"/>
              <a:buNone/>
              <a:defRPr b="1" i="0" sz="2933" u="none" cap="none" strike="noStrike">
                <a:solidFill>
                  <a:schemeClr val="lt1"/>
                </a:solidFill>
                <a:latin typeface="Verdana"/>
                <a:ea typeface="Verdana"/>
                <a:cs typeface="Verdana"/>
                <a:sym typeface="Verdana"/>
              </a:defRPr>
            </a:lvl1pPr>
            <a:lvl2pPr indent="-465645" lvl="1" marL="914400" marR="0" rtl="0" algn="l">
              <a:lnSpc>
                <a:spcPct val="100000"/>
              </a:lnSpc>
              <a:spcBef>
                <a:spcPts val="747"/>
              </a:spcBef>
              <a:spcAft>
                <a:spcPts val="0"/>
              </a:spcAft>
              <a:buClr>
                <a:schemeClr val="dk1"/>
              </a:buClr>
              <a:buSzPts val="3733"/>
              <a:buFont typeface="Arial"/>
              <a:buChar char="–"/>
              <a:defRPr b="0" i="0" sz="3733" u="none" cap="none" strike="noStrike">
                <a:solidFill>
                  <a:schemeClr val="dk1"/>
                </a:solidFill>
                <a:latin typeface="Verdana"/>
                <a:ea typeface="Verdana"/>
                <a:cs typeface="Verdana"/>
                <a:sym typeface="Verdana"/>
              </a:defRPr>
            </a:lvl2pPr>
            <a:lvl3pPr indent="-431800" lvl="2" marL="1371600" marR="0" rtl="0" algn="l">
              <a:lnSpc>
                <a:spcPct val="100000"/>
              </a:lnSpc>
              <a:spcBef>
                <a:spcPts val="640"/>
              </a:spcBef>
              <a:spcAft>
                <a:spcPts val="0"/>
              </a:spcAft>
              <a:buClr>
                <a:schemeClr val="dk1"/>
              </a:buClr>
              <a:buSzPts val="3200"/>
              <a:buFont typeface="Arial"/>
              <a:buChar char="•"/>
              <a:defRPr b="0" i="0" sz="3200" u="none" cap="none" strike="noStrike">
                <a:solidFill>
                  <a:schemeClr val="dk1"/>
                </a:solidFill>
                <a:latin typeface="Verdana"/>
                <a:ea typeface="Verdana"/>
                <a:cs typeface="Verdana"/>
                <a:sym typeface="Verdana"/>
              </a:defRPr>
            </a:lvl3pPr>
            <a:lvl4pPr indent="-397954" lvl="3" marL="1828800" marR="0" rtl="0" algn="l">
              <a:lnSpc>
                <a:spcPct val="100000"/>
              </a:lnSpc>
              <a:spcBef>
                <a:spcPts val="533"/>
              </a:spcBef>
              <a:spcAft>
                <a:spcPts val="0"/>
              </a:spcAft>
              <a:buClr>
                <a:schemeClr val="dk1"/>
              </a:buClr>
              <a:buSzPts val="2667"/>
              <a:buFont typeface="Arial"/>
              <a:buChar char="–"/>
              <a:defRPr b="0" i="0" sz="2667" u="none" cap="none" strike="noStrike">
                <a:solidFill>
                  <a:schemeClr val="dk1"/>
                </a:solidFill>
                <a:latin typeface="Verdana"/>
                <a:ea typeface="Verdana"/>
                <a:cs typeface="Verdana"/>
                <a:sym typeface="Verdana"/>
              </a:defRPr>
            </a:lvl4pPr>
            <a:lvl5pPr indent="-397954" lvl="4" marL="2286000" marR="0" rtl="0" algn="l">
              <a:lnSpc>
                <a:spcPct val="100000"/>
              </a:lnSpc>
              <a:spcBef>
                <a:spcPts val="533"/>
              </a:spcBef>
              <a:spcAft>
                <a:spcPts val="0"/>
              </a:spcAft>
              <a:buClr>
                <a:schemeClr val="dk1"/>
              </a:buClr>
              <a:buSzPts val="2667"/>
              <a:buFont typeface="Arial"/>
              <a:buChar char="»"/>
              <a:defRPr b="0" i="0" sz="2667" u="none" cap="none" strike="noStrike">
                <a:solidFill>
                  <a:schemeClr val="dk1"/>
                </a:solidFill>
                <a:latin typeface="Verdana"/>
                <a:ea typeface="Verdana"/>
                <a:cs typeface="Verdana"/>
                <a:sym typeface="Verdana"/>
              </a:defRPr>
            </a:lvl5pPr>
            <a:lvl6pPr indent="-397954" lvl="5" marL="2743200" marR="0" rtl="0" algn="l">
              <a:lnSpc>
                <a:spcPct val="100000"/>
              </a:lnSpc>
              <a:spcBef>
                <a:spcPts val="533"/>
              </a:spcBef>
              <a:spcAft>
                <a:spcPts val="0"/>
              </a:spcAft>
              <a:buClr>
                <a:schemeClr val="dk1"/>
              </a:buClr>
              <a:buSzPts val="2667"/>
              <a:buFont typeface="Arial"/>
              <a:buChar char="•"/>
              <a:defRPr b="0" i="0" sz="2667" u="none" cap="none" strike="noStrike">
                <a:solidFill>
                  <a:schemeClr val="dk1"/>
                </a:solidFill>
                <a:latin typeface="Verdana"/>
                <a:ea typeface="Verdana"/>
                <a:cs typeface="Verdana"/>
                <a:sym typeface="Verdana"/>
              </a:defRPr>
            </a:lvl6pPr>
            <a:lvl7pPr indent="-397954" lvl="6" marL="3200400" marR="0" rtl="0" algn="l">
              <a:lnSpc>
                <a:spcPct val="100000"/>
              </a:lnSpc>
              <a:spcBef>
                <a:spcPts val="533"/>
              </a:spcBef>
              <a:spcAft>
                <a:spcPts val="0"/>
              </a:spcAft>
              <a:buClr>
                <a:schemeClr val="dk1"/>
              </a:buClr>
              <a:buSzPts val="2667"/>
              <a:buFont typeface="Arial"/>
              <a:buChar char="•"/>
              <a:defRPr b="0" i="0" sz="2667" u="none" cap="none" strike="noStrike">
                <a:solidFill>
                  <a:schemeClr val="dk1"/>
                </a:solidFill>
                <a:latin typeface="Verdana"/>
                <a:ea typeface="Verdana"/>
                <a:cs typeface="Verdana"/>
                <a:sym typeface="Verdana"/>
              </a:defRPr>
            </a:lvl7pPr>
            <a:lvl8pPr indent="-397954" lvl="7" marL="3657600" marR="0" rtl="0" algn="l">
              <a:lnSpc>
                <a:spcPct val="100000"/>
              </a:lnSpc>
              <a:spcBef>
                <a:spcPts val="533"/>
              </a:spcBef>
              <a:spcAft>
                <a:spcPts val="0"/>
              </a:spcAft>
              <a:buClr>
                <a:schemeClr val="dk1"/>
              </a:buClr>
              <a:buSzPts val="2667"/>
              <a:buFont typeface="Arial"/>
              <a:buChar char="•"/>
              <a:defRPr b="0" i="0" sz="2667" u="none" cap="none" strike="noStrike">
                <a:solidFill>
                  <a:schemeClr val="dk1"/>
                </a:solidFill>
                <a:latin typeface="Verdana"/>
                <a:ea typeface="Verdana"/>
                <a:cs typeface="Verdana"/>
                <a:sym typeface="Verdana"/>
              </a:defRPr>
            </a:lvl8pPr>
            <a:lvl9pPr indent="-397954" lvl="8" marL="4114800" marR="0" rtl="0" algn="l">
              <a:lnSpc>
                <a:spcPct val="100000"/>
              </a:lnSpc>
              <a:spcBef>
                <a:spcPts val="533"/>
              </a:spcBef>
              <a:spcAft>
                <a:spcPts val="0"/>
              </a:spcAft>
              <a:buClr>
                <a:schemeClr val="dk1"/>
              </a:buClr>
              <a:buSzPts val="2667"/>
              <a:buFont typeface="Arial"/>
              <a:buChar char="•"/>
              <a:defRPr b="0" i="0" sz="2667" u="none" cap="none" strike="noStrike">
                <a:solidFill>
                  <a:schemeClr val="dk1"/>
                </a:solidFill>
                <a:latin typeface="Verdana"/>
                <a:ea typeface="Verdana"/>
                <a:cs typeface="Verdana"/>
                <a:sym typeface="Verdana"/>
              </a:defRPr>
            </a:lvl9pPr>
          </a:lstStyle>
          <a:p/>
        </p:txBody>
      </p:sp>
      <p:sp>
        <p:nvSpPr>
          <p:cNvPr id="84" name="Google Shape;84;p35"/>
          <p:cNvSpPr txBox="1"/>
          <p:nvPr>
            <p:ph idx="3" type="body"/>
          </p:nvPr>
        </p:nvSpPr>
        <p:spPr>
          <a:xfrm>
            <a:off x="1127448" y="1380787"/>
            <a:ext cx="9255382" cy="392029"/>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20000"/>
              </a:lnSpc>
              <a:spcBef>
                <a:spcPts val="0"/>
              </a:spcBef>
              <a:spcAft>
                <a:spcPts val="0"/>
              </a:spcAft>
              <a:buClr>
                <a:srgbClr val="0A4FA3"/>
              </a:buClr>
              <a:buSzPts val="1600"/>
              <a:buFont typeface="Arial"/>
              <a:buNone/>
              <a:defRPr b="0" i="0" sz="1600" u="none" cap="none" strike="noStrike">
                <a:solidFill>
                  <a:srgbClr val="0A4FA3"/>
                </a:solidFill>
                <a:latin typeface="Verdana"/>
                <a:ea typeface="Verdana"/>
                <a:cs typeface="Verdana"/>
                <a:sym typeface="Verdana"/>
              </a:defRPr>
            </a:lvl1pPr>
            <a:lvl2pPr indent="-465645" lvl="1" marL="914400" marR="0" rtl="0" algn="l">
              <a:lnSpc>
                <a:spcPct val="100000"/>
              </a:lnSpc>
              <a:spcBef>
                <a:spcPts val="747"/>
              </a:spcBef>
              <a:spcAft>
                <a:spcPts val="0"/>
              </a:spcAft>
              <a:buClr>
                <a:schemeClr val="dk1"/>
              </a:buClr>
              <a:buSzPts val="3733"/>
              <a:buFont typeface="Arial"/>
              <a:buChar char="–"/>
              <a:defRPr b="0" i="0" sz="3733" u="none" cap="none" strike="noStrike">
                <a:solidFill>
                  <a:schemeClr val="dk1"/>
                </a:solidFill>
                <a:latin typeface="Verdana"/>
                <a:ea typeface="Verdana"/>
                <a:cs typeface="Verdana"/>
                <a:sym typeface="Verdana"/>
              </a:defRPr>
            </a:lvl2pPr>
            <a:lvl3pPr indent="-431800" lvl="2" marL="1371600" marR="0" rtl="0" algn="l">
              <a:lnSpc>
                <a:spcPct val="100000"/>
              </a:lnSpc>
              <a:spcBef>
                <a:spcPts val="640"/>
              </a:spcBef>
              <a:spcAft>
                <a:spcPts val="0"/>
              </a:spcAft>
              <a:buClr>
                <a:schemeClr val="dk1"/>
              </a:buClr>
              <a:buSzPts val="3200"/>
              <a:buFont typeface="Arial"/>
              <a:buChar char="•"/>
              <a:defRPr b="0" i="0" sz="3200" u="none" cap="none" strike="noStrike">
                <a:solidFill>
                  <a:schemeClr val="dk1"/>
                </a:solidFill>
                <a:latin typeface="Verdana"/>
                <a:ea typeface="Verdana"/>
                <a:cs typeface="Verdana"/>
                <a:sym typeface="Verdana"/>
              </a:defRPr>
            </a:lvl3pPr>
            <a:lvl4pPr indent="-397954" lvl="3" marL="1828800" marR="0" rtl="0" algn="l">
              <a:lnSpc>
                <a:spcPct val="100000"/>
              </a:lnSpc>
              <a:spcBef>
                <a:spcPts val="533"/>
              </a:spcBef>
              <a:spcAft>
                <a:spcPts val="0"/>
              </a:spcAft>
              <a:buClr>
                <a:schemeClr val="dk1"/>
              </a:buClr>
              <a:buSzPts val="2667"/>
              <a:buFont typeface="Arial"/>
              <a:buChar char="–"/>
              <a:defRPr b="0" i="0" sz="2667" u="none" cap="none" strike="noStrike">
                <a:solidFill>
                  <a:schemeClr val="dk1"/>
                </a:solidFill>
                <a:latin typeface="Verdana"/>
                <a:ea typeface="Verdana"/>
                <a:cs typeface="Verdana"/>
                <a:sym typeface="Verdana"/>
              </a:defRPr>
            </a:lvl4pPr>
            <a:lvl5pPr indent="-397954" lvl="4" marL="2286000" marR="0" rtl="0" algn="l">
              <a:lnSpc>
                <a:spcPct val="100000"/>
              </a:lnSpc>
              <a:spcBef>
                <a:spcPts val="533"/>
              </a:spcBef>
              <a:spcAft>
                <a:spcPts val="0"/>
              </a:spcAft>
              <a:buClr>
                <a:schemeClr val="dk1"/>
              </a:buClr>
              <a:buSzPts val="2667"/>
              <a:buFont typeface="Arial"/>
              <a:buChar char="»"/>
              <a:defRPr b="0" i="0" sz="2667" u="none" cap="none" strike="noStrike">
                <a:solidFill>
                  <a:schemeClr val="dk1"/>
                </a:solidFill>
                <a:latin typeface="Verdana"/>
                <a:ea typeface="Verdana"/>
                <a:cs typeface="Verdana"/>
                <a:sym typeface="Verdana"/>
              </a:defRPr>
            </a:lvl5pPr>
            <a:lvl6pPr indent="-397954" lvl="5" marL="2743200" marR="0" rtl="0" algn="l">
              <a:lnSpc>
                <a:spcPct val="100000"/>
              </a:lnSpc>
              <a:spcBef>
                <a:spcPts val="533"/>
              </a:spcBef>
              <a:spcAft>
                <a:spcPts val="0"/>
              </a:spcAft>
              <a:buClr>
                <a:schemeClr val="dk1"/>
              </a:buClr>
              <a:buSzPts val="2667"/>
              <a:buFont typeface="Arial"/>
              <a:buChar char="•"/>
              <a:defRPr b="0" i="0" sz="2667" u="none" cap="none" strike="noStrike">
                <a:solidFill>
                  <a:schemeClr val="dk1"/>
                </a:solidFill>
                <a:latin typeface="Verdana"/>
                <a:ea typeface="Verdana"/>
                <a:cs typeface="Verdana"/>
                <a:sym typeface="Verdana"/>
              </a:defRPr>
            </a:lvl6pPr>
            <a:lvl7pPr indent="-397954" lvl="6" marL="3200400" marR="0" rtl="0" algn="l">
              <a:lnSpc>
                <a:spcPct val="100000"/>
              </a:lnSpc>
              <a:spcBef>
                <a:spcPts val="533"/>
              </a:spcBef>
              <a:spcAft>
                <a:spcPts val="0"/>
              </a:spcAft>
              <a:buClr>
                <a:schemeClr val="dk1"/>
              </a:buClr>
              <a:buSzPts val="2667"/>
              <a:buFont typeface="Arial"/>
              <a:buChar char="•"/>
              <a:defRPr b="0" i="0" sz="2667" u="none" cap="none" strike="noStrike">
                <a:solidFill>
                  <a:schemeClr val="dk1"/>
                </a:solidFill>
                <a:latin typeface="Verdana"/>
                <a:ea typeface="Verdana"/>
                <a:cs typeface="Verdana"/>
                <a:sym typeface="Verdana"/>
              </a:defRPr>
            </a:lvl7pPr>
            <a:lvl8pPr indent="-397954" lvl="7" marL="3657600" marR="0" rtl="0" algn="l">
              <a:lnSpc>
                <a:spcPct val="100000"/>
              </a:lnSpc>
              <a:spcBef>
                <a:spcPts val="533"/>
              </a:spcBef>
              <a:spcAft>
                <a:spcPts val="0"/>
              </a:spcAft>
              <a:buClr>
                <a:schemeClr val="dk1"/>
              </a:buClr>
              <a:buSzPts val="2667"/>
              <a:buFont typeface="Arial"/>
              <a:buChar char="•"/>
              <a:defRPr b="0" i="0" sz="2667" u="none" cap="none" strike="noStrike">
                <a:solidFill>
                  <a:schemeClr val="dk1"/>
                </a:solidFill>
                <a:latin typeface="Verdana"/>
                <a:ea typeface="Verdana"/>
                <a:cs typeface="Verdana"/>
                <a:sym typeface="Verdana"/>
              </a:defRPr>
            </a:lvl8pPr>
            <a:lvl9pPr indent="-397954" lvl="8" marL="4114800" marR="0" rtl="0" algn="l">
              <a:lnSpc>
                <a:spcPct val="100000"/>
              </a:lnSpc>
              <a:spcBef>
                <a:spcPts val="533"/>
              </a:spcBef>
              <a:spcAft>
                <a:spcPts val="0"/>
              </a:spcAft>
              <a:buClr>
                <a:schemeClr val="dk1"/>
              </a:buClr>
              <a:buSzPts val="2667"/>
              <a:buFont typeface="Arial"/>
              <a:buChar char="•"/>
              <a:defRPr b="0" i="0" sz="2667" u="none" cap="none" strike="noStrike">
                <a:solidFill>
                  <a:schemeClr val="dk1"/>
                </a:solidFill>
                <a:latin typeface="Verdana"/>
                <a:ea typeface="Verdana"/>
                <a:cs typeface="Verdana"/>
                <a:sym typeface="Verdana"/>
              </a:defRPr>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edia">
  <p:cSld name="media">
    <p:spTree>
      <p:nvGrpSpPr>
        <p:cNvPr id="85" name="Shape 85"/>
        <p:cNvGrpSpPr/>
        <p:nvPr/>
      </p:nvGrpSpPr>
      <p:grpSpPr>
        <a:xfrm>
          <a:off x="0" y="0"/>
          <a:ext cx="0" cy="0"/>
          <a:chOff x="0" y="0"/>
          <a:chExt cx="0" cy="0"/>
        </a:xfrm>
      </p:grpSpPr>
      <p:sp>
        <p:nvSpPr>
          <p:cNvPr id="86" name="Google Shape;86;p36"/>
          <p:cNvSpPr/>
          <p:nvPr>
            <p:ph idx="2" type="media"/>
          </p:nvPr>
        </p:nvSpPr>
        <p:spPr>
          <a:xfrm>
            <a:off x="1126884" y="1857375"/>
            <a:ext cx="9326804" cy="4376738"/>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294"/>
              </a:spcBef>
              <a:spcAft>
                <a:spcPts val="0"/>
              </a:spcAft>
              <a:buClr>
                <a:schemeClr val="dk1"/>
              </a:buClr>
              <a:buSzPts val="1470"/>
              <a:buFont typeface="Arial"/>
              <a:buNone/>
              <a:defRPr b="0" i="0" sz="1470" u="none" cap="none" strike="noStrike">
                <a:solidFill>
                  <a:schemeClr val="dk1"/>
                </a:solidFill>
                <a:latin typeface="Verdana"/>
                <a:ea typeface="Verdana"/>
                <a:cs typeface="Verdana"/>
                <a:sym typeface="Verdana"/>
              </a:defRPr>
            </a:lvl1pPr>
            <a:lvl2pPr lvl="1" marR="0" rtl="0" algn="l">
              <a:lnSpc>
                <a:spcPct val="100000"/>
              </a:lnSpc>
              <a:spcBef>
                <a:spcPts val="747"/>
              </a:spcBef>
              <a:spcAft>
                <a:spcPts val="0"/>
              </a:spcAft>
              <a:buClr>
                <a:schemeClr val="dk1"/>
              </a:buClr>
              <a:buSzPts val="3733"/>
              <a:buFont typeface="Arial"/>
              <a:buChar char="–"/>
              <a:defRPr b="0" i="0" sz="3733" u="none" cap="none" strike="noStrike">
                <a:solidFill>
                  <a:schemeClr val="dk1"/>
                </a:solidFill>
                <a:latin typeface="Verdana"/>
                <a:ea typeface="Verdana"/>
                <a:cs typeface="Verdana"/>
                <a:sym typeface="Verdana"/>
              </a:defRPr>
            </a:lvl2pPr>
            <a:lvl3pPr lvl="2" marR="0" rtl="0" algn="l">
              <a:lnSpc>
                <a:spcPct val="100000"/>
              </a:lnSpc>
              <a:spcBef>
                <a:spcPts val="640"/>
              </a:spcBef>
              <a:spcAft>
                <a:spcPts val="0"/>
              </a:spcAft>
              <a:buClr>
                <a:schemeClr val="dk1"/>
              </a:buClr>
              <a:buSzPts val="3200"/>
              <a:buFont typeface="Arial"/>
              <a:buChar char="•"/>
              <a:defRPr b="0" i="0" sz="3200" u="none" cap="none" strike="noStrike">
                <a:solidFill>
                  <a:schemeClr val="dk1"/>
                </a:solidFill>
                <a:latin typeface="Verdana"/>
                <a:ea typeface="Verdana"/>
                <a:cs typeface="Verdana"/>
                <a:sym typeface="Verdana"/>
              </a:defRPr>
            </a:lvl3pPr>
            <a:lvl4pPr lvl="3" marR="0" rtl="0" algn="l">
              <a:lnSpc>
                <a:spcPct val="100000"/>
              </a:lnSpc>
              <a:spcBef>
                <a:spcPts val="533"/>
              </a:spcBef>
              <a:spcAft>
                <a:spcPts val="0"/>
              </a:spcAft>
              <a:buClr>
                <a:schemeClr val="dk1"/>
              </a:buClr>
              <a:buSzPts val="2667"/>
              <a:buFont typeface="Arial"/>
              <a:buChar char="–"/>
              <a:defRPr b="0" i="0" sz="2667" u="none" cap="none" strike="noStrike">
                <a:solidFill>
                  <a:schemeClr val="dk1"/>
                </a:solidFill>
                <a:latin typeface="Verdana"/>
                <a:ea typeface="Verdana"/>
                <a:cs typeface="Verdana"/>
                <a:sym typeface="Verdana"/>
              </a:defRPr>
            </a:lvl4pPr>
            <a:lvl5pPr lvl="4" marR="0" rtl="0" algn="l">
              <a:lnSpc>
                <a:spcPct val="100000"/>
              </a:lnSpc>
              <a:spcBef>
                <a:spcPts val="533"/>
              </a:spcBef>
              <a:spcAft>
                <a:spcPts val="0"/>
              </a:spcAft>
              <a:buClr>
                <a:schemeClr val="dk1"/>
              </a:buClr>
              <a:buSzPts val="2667"/>
              <a:buFont typeface="Arial"/>
              <a:buChar char="»"/>
              <a:defRPr b="0" i="0" sz="2667" u="none" cap="none" strike="noStrike">
                <a:solidFill>
                  <a:schemeClr val="dk1"/>
                </a:solidFill>
                <a:latin typeface="Verdana"/>
                <a:ea typeface="Verdana"/>
                <a:cs typeface="Verdana"/>
                <a:sym typeface="Verdana"/>
              </a:defRPr>
            </a:lvl5pPr>
            <a:lvl6pPr lvl="5" marR="0" rtl="0" algn="l">
              <a:lnSpc>
                <a:spcPct val="100000"/>
              </a:lnSpc>
              <a:spcBef>
                <a:spcPts val="533"/>
              </a:spcBef>
              <a:spcAft>
                <a:spcPts val="0"/>
              </a:spcAft>
              <a:buClr>
                <a:schemeClr val="dk1"/>
              </a:buClr>
              <a:buSzPts val="2667"/>
              <a:buFont typeface="Arial"/>
              <a:buChar char="•"/>
              <a:defRPr b="0" i="0" sz="2667" u="none" cap="none" strike="noStrike">
                <a:solidFill>
                  <a:schemeClr val="dk1"/>
                </a:solidFill>
                <a:latin typeface="Verdana"/>
                <a:ea typeface="Verdana"/>
                <a:cs typeface="Verdana"/>
                <a:sym typeface="Verdana"/>
              </a:defRPr>
            </a:lvl6pPr>
            <a:lvl7pPr lvl="6" marR="0" rtl="0" algn="l">
              <a:lnSpc>
                <a:spcPct val="100000"/>
              </a:lnSpc>
              <a:spcBef>
                <a:spcPts val="533"/>
              </a:spcBef>
              <a:spcAft>
                <a:spcPts val="0"/>
              </a:spcAft>
              <a:buClr>
                <a:schemeClr val="dk1"/>
              </a:buClr>
              <a:buSzPts val="2667"/>
              <a:buFont typeface="Arial"/>
              <a:buChar char="•"/>
              <a:defRPr b="0" i="0" sz="2667" u="none" cap="none" strike="noStrike">
                <a:solidFill>
                  <a:schemeClr val="dk1"/>
                </a:solidFill>
                <a:latin typeface="Verdana"/>
                <a:ea typeface="Verdana"/>
                <a:cs typeface="Verdana"/>
                <a:sym typeface="Verdana"/>
              </a:defRPr>
            </a:lvl7pPr>
            <a:lvl8pPr lvl="7" marR="0" rtl="0" algn="l">
              <a:lnSpc>
                <a:spcPct val="100000"/>
              </a:lnSpc>
              <a:spcBef>
                <a:spcPts val="533"/>
              </a:spcBef>
              <a:spcAft>
                <a:spcPts val="0"/>
              </a:spcAft>
              <a:buClr>
                <a:schemeClr val="dk1"/>
              </a:buClr>
              <a:buSzPts val="2667"/>
              <a:buFont typeface="Arial"/>
              <a:buChar char="•"/>
              <a:defRPr b="0" i="0" sz="2667" u="none" cap="none" strike="noStrike">
                <a:solidFill>
                  <a:schemeClr val="dk1"/>
                </a:solidFill>
                <a:latin typeface="Verdana"/>
                <a:ea typeface="Verdana"/>
                <a:cs typeface="Verdana"/>
                <a:sym typeface="Verdana"/>
              </a:defRPr>
            </a:lvl8pPr>
            <a:lvl9pPr lvl="8" marR="0" rtl="0" algn="l">
              <a:lnSpc>
                <a:spcPct val="100000"/>
              </a:lnSpc>
              <a:spcBef>
                <a:spcPts val="533"/>
              </a:spcBef>
              <a:spcAft>
                <a:spcPts val="0"/>
              </a:spcAft>
              <a:buClr>
                <a:schemeClr val="dk1"/>
              </a:buClr>
              <a:buSzPts val="2667"/>
              <a:buFont typeface="Arial"/>
              <a:buChar char="•"/>
              <a:defRPr b="0" i="0" sz="2667" u="none" cap="none" strike="noStrike">
                <a:solidFill>
                  <a:schemeClr val="dk1"/>
                </a:solidFill>
                <a:latin typeface="Verdana"/>
                <a:ea typeface="Verdana"/>
                <a:cs typeface="Verdana"/>
                <a:sym typeface="Verdana"/>
              </a:defRPr>
            </a:lvl9pPr>
          </a:lstStyle>
          <a:p/>
        </p:txBody>
      </p:sp>
      <p:sp>
        <p:nvSpPr>
          <p:cNvPr id="87" name="Google Shape;87;p36"/>
          <p:cNvSpPr txBox="1"/>
          <p:nvPr>
            <p:ph idx="1" type="body"/>
          </p:nvPr>
        </p:nvSpPr>
        <p:spPr>
          <a:xfrm>
            <a:off x="1126884" y="548680"/>
            <a:ext cx="9255382" cy="604400"/>
          </a:xfrm>
          <a:prstGeom prst="rect">
            <a:avLst/>
          </a:prstGeom>
          <a:noFill/>
          <a:ln>
            <a:noFill/>
          </a:ln>
        </p:spPr>
        <p:txBody>
          <a:bodyPr anchorCtr="0" anchor="ctr" bIns="45700" lIns="91425" spcFirstLastPara="1" rIns="91425" wrap="square" tIns="45700">
            <a:noAutofit/>
          </a:bodyPr>
          <a:lstStyle>
            <a:lvl1pPr indent="-228600" lvl="0" marL="457200" marR="0" rtl="0" algn="l">
              <a:lnSpc>
                <a:spcPct val="100000"/>
              </a:lnSpc>
              <a:spcBef>
                <a:spcPts val="0"/>
              </a:spcBef>
              <a:spcAft>
                <a:spcPts val="0"/>
              </a:spcAft>
              <a:buClr>
                <a:schemeClr val="lt1"/>
              </a:buClr>
              <a:buSzPts val="2933"/>
              <a:buFont typeface="Arial"/>
              <a:buNone/>
              <a:defRPr b="1" i="0" sz="2933" u="none" cap="none" strike="noStrike">
                <a:solidFill>
                  <a:schemeClr val="lt1"/>
                </a:solidFill>
                <a:latin typeface="Verdana"/>
                <a:ea typeface="Verdana"/>
                <a:cs typeface="Verdana"/>
                <a:sym typeface="Verdana"/>
              </a:defRPr>
            </a:lvl1pPr>
            <a:lvl2pPr indent="-465645" lvl="1" marL="914400" marR="0" rtl="0" algn="l">
              <a:lnSpc>
                <a:spcPct val="100000"/>
              </a:lnSpc>
              <a:spcBef>
                <a:spcPts val="747"/>
              </a:spcBef>
              <a:spcAft>
                <a:spcPts val="0"/>
              </a:spcAft>
              <a:buClr>
                <a:schemeClr val="dk1"/>
              </a:buClr>
              <a:buSzPts val="3733"/>
              <a:buFont typeface="Arial"/>
              <a:buChar char="–"/>
              <a:defRPr b="0" i="0" sz="3733" u="none" cap="none" strike="noStrike">
                <a:solidFill>
                  <a:schemeClr val="dk1"/>
                </a:solidFill>
                <a:latin typeface="Verdana"/>
                <a:ea typeface="Verdana"/>
                <a:cs typeface="Verdana"/>
                <a:sym typeface="Verdana"/>
              </a:defRPr>
            </a:lvl2pPr>
            <a:lvl3pPr indent="-431800" lvl="2" marL="1371600" marR="0" rtl="0" algn="l">
              <a:lnSpc>
                <a:spcPct val="100000"/>
              </a:lnSpc>
              <a:spcBef>
                <a:spcPts val="640"/>
              </a:spcBef>
              <a:spcAft>
                <a:spcPts val="0"/>
              </a:spcAft>
              <a:buClr>
                <a:schemeClr val="dk1"/>
              </a:buClr>
              <a:buSzPts val="3200"/>
              <a:buFont typeface="Arial"/>
              <a:buChar char="•"/>
              <a:defRPr b="0" i="0" sz="3200" u="none" cap="none" strike="noStrike">
                <a:solidFill>
                  <a:schemeClr val="dk1"/>
                </a:solidFill>
                <a:latin typeface="Verdana"/>
                <a:ea typeface="Verdana"/>
                <a:cs typeface="Verdana"/>
                <a:sym typeface="Verdana"/>
              </a:defRPr>
            </a:lvl3pPr>
            <a:lvl4pPr indent="-397954" lvl="3" marL="1828800" marR="0" rtl="0" algn="l">
              <a:lnSpc>
                <a:spcPct val="100000"/>
              </a:lnSpc>
              <a:spcBef>
                <a:spcPts val="533"/>
              </a:spcBef>
              <a:spcAft>
                <a:spcPts val="0"/>
              </a:spcAft>
              <a:buClr>
                <a:schemeClr val="dk1"/>
              </a:buClr>
              <a:buSzPts val="2667"/>
              <a:buFont typeface="Arial"/>
              <a:buChar char="–"/>
              <a:defRPr b="0" i="0" sz="2667" u="none" cap="none" strike="noStrike">
                <a:solidFill>
                  <a:schemeClr val="dk1"/>
                </a:solidFill>
                <a:latin typeface="Verdana"/>
                <a:ea typeface="Verdana"/>
                <a:cs typeface="Verdana"/>
                <a:sym typeface="Verdana"/>
              </a:defRPr>
            </a:lvl4pPr>
            <a:lvl5pPr indent="-397954" lvl="4" marL="2286000" marR="0" rtl="0" algn="l">
              <a:lnSpc>
                <a:spcPct val="100000"/>
              </a:lnSpc>
              <a:spcBef>
                <a:spcPts val="533"/>
              </a:spcBef>
              <a:spcAft>
                <a:spcPts val="0"/>
              </a:spcAft>
              <a:buClr>
                <a:schemeClr val="dk1"/>
              </a:buClr>
              <a:buSzPts val="2667"/>
              <a:buFont typeface="Arial"/>
              <a:buChar char="»"/>
              <a:defRPr b="0" i="0" sz="2667" u="none" cap="none" strike="noStrike">
                <a:solidFill>
                  <a:schemeClr val="dk1"/>
                </a:solidFill>
                <a:latin typeface="Verdana"/>
                <a:ea typeface="Verdana"/>
                <a:cs typeface="Verdana"/>
                <a:sym typeface="Verdana"/>
              </a:defRPr>
            </a:lvl5pPr>
            <a:lvl6pPr indent="-397954" lvl="5" marL="2743200" marR="0" rtl="0" algn="l">
              <a:lnSpc>
                <a:spcPct val="100000"/>
              </a:lnSpc>
              <a:spcBef>
                <a:spcPts val="533"/>
              </a:spcBef>
              <a:spcAft>
                <a:spcPts val="0"/>
              </a:spcAft>
              <a:buClr>
                <a:schemeClr val="dk1"/>
              </a:buClr>
              <a:buSzPts val="2667"/>
              <a:buFont typeface="Arial"/>
              <a:buChar char="•"/>
              <a:defRPr b="0" i="0" sz="2667" u="none" cap="none" strike="noStrike">
                <a:solidFill>
                  <a:schemeClr val="dk1"/>
                </a:solidFill>
                <a:latin typeface="Verdana"/>
                <a:ea typeface="Verdana"/>
                <a:cs typeface="Verdana"/>
                <a:sym typeface="Verdana"/>
              </a:defRPr>
            </a:lvl6pPr>
            <a:lvl7pPr indent="-397954" lvl="6" marL="3200400" marR="0" rtl="0" algn="l">
              <a:lnSpc>
                <a:spcPct val="100000"/>
              </a:lnSpc>
              <a:spcBef>
                <a:spcPts val="533"/>
              </a:spcBef>
              <a:spcAft>
                <a:spcPts val="0"/>
              </a:spcAft>
              <a:buClr>
                <a:schemeClr val="dk1"/>
              </a:buClr>
              <a:buSzPts val="2667"/>
              <a:buFont typeface="Arial"/>
              <a:buChar char="•"/>
              <a:defRPr b="0" i="0" sz="2667" u="none" cap="none" strike="noStrike">
                <a:solidFill>
                  <a:schemeClr val="dk1"/>
                </a:solidFill>
                <a:latin typeface="Verdana"/>
                <a:ea typeface="Verdana"/>
                <a:cs typeface="Verdana"/>
                <a:sym typeface="Verdana"/>
              </a:defRPr>
            </a:lvl7pPr>
            <a:lvl8pPr indent="-397954" lvl="7" marL="3657600" marR="0" rtl="0" algn="l">
              <a:lnSpc>
                <a:spcPct val="100000"/>
              </a:lnSpc>
              <a:spcBef>
                <a:spcPts val="533"/>
              </a:spcBef>
              <a:spcAft>
                <a:spcPts val="0"/>
              </a:spcAft>
              <a:buClr>
                <a:schemeClr val="dk1"/>
              </a:buClr>
              <a:buSzPts val="2667"/>
              <a:buFont typeface="Arial"/>
              <a:buChar char="•"/>
              <a:defRPr b="0" i="0" sz="2667" u="none" cap="none" strike="noStrike">
                <a:solidFill>
                  <a:schemeClr val="dk1"/>
                </a:solidFill>
                <a:latin typeface="Verdana"/>
                <a:ea typeface="Verdana"/>
                <a:cs typeface="Verdana"/>
                <a:sym typeface="Verdana"/>
              </a:defRPr>
            </a:lvl8pPr>
            <a:lvl9pPr indent="-397954" lvl="8" marL="4114800" marR="0" rtl="0" algn="l">
              <a:lnSpc>
                <a:spcPct val="100000"/>
              </a:lnSpc>
              <a:spcBef>
                <a:spcPts val="533"/>
              </a:spcBef>
              <a:spcAft>
                <a:spcPts val="0"/>
              </a:spcAft>
              <a:buClr>
                <a:schemeClr val="dk1"/>
              </a:buClr>
              <a:buSzPts val="2667"/>
              <a:buFont typeface="Arial"/>
              <a:buChar char="•"/>
              <a:defRPr b="0" i="0" sz="2667" u="none" cap="none" strike="noStrike">
                <a:solidFill>
                  <a:schemeClr val="dk1"/>
                </a:solidFill>
                <a:latin typeface="Verdana"/>
                <a:ea typeface="Verdana"/>
                <a:cs typeface="Verdana"/>
                <a:sym typeface="Verdana"/>
              </a:defRPr>
            </a:lvl9pPr>
          </a:lstStyle>
          <a:p/>
        </p:txBody>
      </p:sp>
      <p:sp>
        <p:nvSpPr>
          <p:cNvPr id="88" name="Google Shape;88;p36"/>
          <p:cNvSpPr txBox="1"/>
          <p:nvPr>
            <p:ph idx="3" type="body"/>
          </p:nvPr>
        </p:nvSpPr>
        <p:spPr>
          <a:xfrm>
            <a:off x="1126884" y="1380787"/>
            <a:ext cx="9255382" cy="392029"/>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20000"/>
              </a:lnSpc>
              <a:spcBef>
                <a:spcPts val="0"/>
              </a:spcBef>
              <a:spcAft>
                <a:spcPts val="0"/>
              </a:spcAft>
              <a:buClr>
                <a:srgbClr val="0A4FA3"/>
              </a:buClr>
              <a:buSzPts val="1600"/>
              <a:buFont typeface="Arial"/>
              <a:buNone/>
              <a:defRPr b="0" i="0" sz="1600" u="none" cap="none" strike="noStrike">
                <a:solidFill>
                  <a:srgbClr val="0A4FA3"/>
                </a:solidFill>
                <a:latin typeface="Verdana"/>
                <a:ea typeface="Verdana"/>
                <a:cs typeface="Verdana"/>
                <a:sym typeface="Verdana"/>
              </a:defRPr>
            </a:lvl1pPr>
            <a:lvl2pPr indent="-465645" lvl="1" marL="914400" marR="0" rtl="0" algn="l">
              <a:lnSpc>
                <a:spcPct val="100000"/>
              </a:lnSpc>
              <a:spcBef>
                <a:spcPts val="747"/>
              </a:spcBef>
              <a:spcAft>
                <a:spcPts val="0"/>
              </a:spcAft>
              <a:buClr>
                <a:schemeClr val="dk1"/>
              </a:buClr>
              <a:buSzPts val="3733"/>
              <a:buFont typeface="Arial"/>
              <a:buChar char="–"/>
              <a:defRPr b="0" i="0" sz="3733" u="none" cap="none" strike="noStrike">
                <a:solidFill>
                  <a:schemeClr val="dk1"/>
                </a:solidFill>
                <a:latin typeface="Verdana"/>
                <a:ea typeface="Verdana"/>
                <a:cs typeface="Verdana"/>
                <a:sym typeface="Verdana"/>
              </a:defRPr>
            </a:lvl2pPr>
            <a:lvl3pPr indent="-431800" lvl="2" marL="1371600" marR="0" rtl="0" algn="l">
              <a:lnSpc>
                <a:spcPct val="100000"/>
              </a:lnSpc>
              <a:spcBef>
                <a:spcPts val="640"/>
              </a:spcBef>
              <a:spcAft>
                <a:spcPts val="0"/>
              </a:spcAft>
              <a:buClr>
                <a:schemeClr val="dk1"/>
              </a:buClr>
              <a:buSzPts val="3200"/>
              <a:buFont typeface="Arial"/>
              <a:buChar char="•"/>
              <a:defRPr b="0" i="0" sz="3200" u="none" cap="none" strike="noStrike">
                <a:solidFill>
                  <a:schemeClr val="dk1"/>
                </a:solidFill>
                <a:latin typeface="Verdana"/>
                <a:ea typeface="Verdana"/>
                <a:cs typeface="Verdana"/>
                <a:sym typeface="Verdana"/>
              </a:defRPr>
            </a:lvl3pPr>
            <a:lvl4pPr indent="-397954" lvl="3" marL="1828800" marR="0" rtl="0" algn="l">
              <a:lnSpc>
                <a:spcPct val="100000"/>
              </a:lnSpc>
              <a:spcBef>
                <a:spcPts val="533"/>
              </a:spcBef>
              <a:spcAft>
                <a:spcPts val="0"/>
              </a:spcAft>
              <a:buClr>
                <a:schemeClr val="dk1"/>
              </a:buClr>
              <a:buSzPts val="2667"/>
              <a:buFont typeface="Arial"/>
              <a:buChar char="–"/>
              <a:defRPr b="0" i="0" sz="2667" u="none" cap="none" strike="noStrike">
                <a:solidFill>
                  <a:schemeClr val="dk1"/>
                </a:solidFill>
                <a:latin typeface="Verdana"/>
                <a:ea typeface="Verdana"/>
                <a:cs typeface="Verdana"/>
                <a:sym typeface="Verdana"/>
              </a:defRPr>
            </a:lvl4pPr>
            <a:lvl5pPr indent="-397954" lvl="4" marL="2286000" marR="0" rtl="0" algn="l">
              <a:lnSpc>
                <a:spcPct val="100000"/>
              </a:lnSpc>
              <a:spcBef>
                <a:spcPts val="533"/>
              </a:spcBef>
              <a:spcAft>
                <a:spcPts val="0"/>
              </a:spcAft>
              <a:buClr>
                <a:schemeClr val="dk1"/>
              </a:buClr>
              <a:buSzPts val="2667"/>
              <a:buFont typeface="Arial"/>
              <a:buChar char="»"/>
              <a:defRPr b="0" i="0" sz="2667" u="none" cap="none" strike="noStrike">
                <a:solidFill>
                  <a:schemeClr val="dk1"/>
                </a:solidFill>
                <a:latin typeface="Verdana"/>
                <a:ea typeface="Verdana"/>
                <a:cs typeface="Verdana"/>
                <a:sym typeface="Verdana"/>
              </a:defRPr>
            </a:lvl5pPr>
            <a:lvl6pPr indent="-397954" lvl="5" marL="2743200" marR="0" rtl="0" algn="l">
              <a:lnSpc>
                <a:spcPct val="100000"/>
              </a:lnSpc>
              <a:spcBef>
                <a:spcPts val="533"/>
              </a:spcBef>
              <a:spcAft>
                <a:spcPts val="0"/>
              </a:spcAft>
              <a:buClr>
                <a:schemeClr val="dk1"/>
              </a:buClr>
              <a:buSzPts val="2667"/>
              <a:buFont typeface="Arial"/>
              <a:buChar char="•"/>
              <a:defRPr b="0" i="0" sz="2667" u="none" cap="none" strike="noStrike">
                <a:solidFill>
                  <a:schemeClr val="dk1"/>
                </a:solidFill>
                <a:latin typeface="Verdana"/>
                <a:ea typeface="Verdana"/>
                <a:cs typeface="Verdana"/>
                <a:sym typeface="Verdana"/>
              </a:defRPr>
            </a:lvl6pPr>
            <a:lvl7pPr indent="-397954" lvl="6" marL="3200400" marR="0" rtl="0" algn="l">
              <a:lnSpc>
                <a:spcPct val="100000"/>
              </a:lnSpc>
              <a:spcBef>
                <a:spcPts val="533"/>
              </a:spcBef>
              <a:spcAft>
                <a:spcPts val="0"/>
              </a:spcAft>
              <a:buClr>
                <a:schemeClr val="dk1"/>
              </a:buClr>
              <a:buSzPts val="2667"/>
              <a:buFont typeface="Arial"/>
              <a:buChar char="•"/>
              <a:defRPr b="0" i="0" sz="2667" u="none" cap="none" strike="noStrike">
                <a:solidFill>
                  <a:schemeClr val="dk1"/>
                </a:solidFill>
                <a:latin typeface="Verdana"/>
                <a:ea typeface="Verdana"/>
                <a:cs typeface="Verdana"/>
                <a:sym typeface="Verdana"/>
              </a:defRPr>
            </a:lvl7pPr>
            <a:lvl8pPr indent="-397954" lvl="7" marL="3657600" marR="0" rtl="0" algn="l">
              <a:lnSpc>
                <a:spcPct val="100000"/>
              </a:lnSpc>
              <a:spcBef>
                <a:spcPts val="533"/>
              </a:spcBef>
              <a:spcAft>
                <a:spcPts val="0"/>
              </a:spcAft>
              <a:buClr>
                <a:schemeClr val="dk1"/>
              </a:buClr>
              <a:buSzPts val="2667"/>
              <a:buFont typeface="Arial"/>
              <a:buChar char="•"/>
              <a:defRPr b="0" i="0" sz="2667" u="none" cap="none" strike="noStrike">
                <a:solidFill>
                  <a:schemeClr val="dk1"/>
                </a:solidFill>
                <a:latin typeface="Verdana"/>
                <a:ea typeface="Verdana"/>
                <a:cs typeface="Verdana"/>
                <a:sym typeface="Verdana"/>
              </a:defRPr>
            </a:lvl8pPr>
            <a:lvl9pPr indent="-397954" lvl="8" marL="4114800" marR="0" rtl="0" algn="l">
              <a:lnSpc>
                <a:spcPct val="100000"/>
              </a:lnSpc>
              <a:spcBef>
                <a:spcPts val="533"/>
              </a:spcBef>
              <a:spcAft>
                <a:spcPts val="0"/>
              </a:spcAft>
              <a:buClr>
                <a:schemeClr val="dk1"/>
              </a:buClr>
              <a:buSzPts val="2667"/>
              <a:buFont typeface="Arial"/>
              <a:buChar char="•"/>
              <a:defRPr b="0" i="0" sz="2667" u="none" cap="none" strike="noStrike">
                <a:solidFill>
                  <a:schemeClr val="dk1"/>
                </a:solidFill>
                <a:latin typeface="Verdana"/>
                <a:ea typeface="Verdana"/>
                <a:cs typeface="Verdana"/>
                <a:sym typeface="Verdana"/>
              </a:defRPr>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raph">
  <p:cSld name="Graph">
    <p:spTree>
      <p:nvGrpSpPr>
        <p:cNvPr id="89" name="Shape 89"/>
        <p:cNvGrpSpPr/>
        <p:nvPr/>
      </p:nvGrpSpPr>
      <p:grpSpPr>
        <a:xfrm>
          <a:off x="0" y="0"/>
          <a:ext cx="0" cy="0"/>
          <a:chOff x="0" y="0"/>
          <a:chExt cx="0" cy="0"/>
        </a:xfrm>
      </p:grpSpPr>
      <p:sp>
        <p:nvSpPr>
          <p:cNvPr id="90" name="Google Shape;90;p37"/>
          <p:cNvSpPr txBox="1"/>
          <p:nvPr>
            <p:ph idx="1" type="body"/>
          </p:nvPr>
        </p:nvSpPr>
        <p:spPr>
          <a:xfrm>
            <a:off x="1127125" y="1857375"/>
            <a:ext cx="9326563" cy="4376738"/>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294"/>
              </a:spcBef>
              <a:spcAft>
                <a:spcPts val="0"/>
              </a:spcAft>
              <a:buClr>
                <a:schemeClr val="dk1"/>
              </a:buClr>
              <a:buSzPts val="1470"/>
              <a:buFont typeface="Arial"/>
              <a:buNone/>
              <a:defRPr b="0" i="0" sz="1470" u="none" cap="none" strike="noStrike">
                <a:solidFill>
                  <a:schemeClr val="dk1"/>
                </a:solidFill>
                <a:latin typeface="Verdana"/>
                <a:ea typeface="Verdana"/>
                <a:cs typeface="Verdana"/>
                <a:sym typeface="Verdana"/>
              </a:defRPr>
            </a:lvl1pPr>
            <a:lvl2pPr indent="-228600" lvl="1" marL="914400" marR="0" rtl="0" algn="l">
              <a:lnSpc>
                <a:spcPct val="100000"/>
              </a:lnSpc>
              <a:spcBef>
                <a:spcPts val="294"/>
              </a:spcBef>
              <a:spcAft>
                <a:spcPts val="0"/>
              </a:spcAft>
              <a:buClr>
                <a:schemeClr val="dk1"/>
              </a:buClr>
              <a:buSzPts val="1470"/>
              <a:buFont typeface="Arial"/>
              <a:buNone/>
              <a:defRPr b="0" i="0" sz="1470" u="none" cap="none" strike="noStrike">
                <a:solidFill>
                  <a:schemeClr val="dk1"/>
                </a:solidFill>
                <a:latin typeface="Verdana"/>
                <a:ea typeface="Verdana"/>
                <a:cs typeface="Verdana"/>
                <a:sym typeface="Verdana"/>
              </a:defRPr>
            </a:lvl2pPr>
            <a:lvl3pPr indent="-228600" lvl="2" marL="1371600" marR="0" rtl="0" algn="l">
              <a:lnSpc>
                <a:spcPct val="100000"/>
              </a:lnSpc>
              <a:spcBef>
                <a:spcPts val="294"/>
              </a:spcBef>
              <a:spcAft>
                <a:spcPts val="0"/>
              </a:spcAft>
              <a:buClr>
                <a:schemeClr val="dk1"/>
              </a:buClr>
              <a:buSzPts val="1470"/>
              <a:buFont typeface="Arial"/>
              <a:buNone/>
              <a:defRPr b="0" i="0" sz="1470" u="none" cap="none" strike="noStrike">
                <a:solidFill>
                  <a:schemeClr val="dk1"/>
                </a:solidFill>
                <a:latin typeface="Verdana"/>
                <a:ea typeface="Verdana"/>
                <a:cs typeface="Verdana"/>
                <a:sym typeface="Verdana"/>
              </a:defRPr>
            </a:lvl3pPr>
            <a:lvl4pPr indent="-228600" lvl="3" marL="1828800" marR="0" rtl="0" algn="l">
              <a:lnSpc>
                <a:spcPct val="100000"/>
              </a:lnSpc>
              <a:spcBef>
                <a:spcPts val="294"/>
              </a:spcBef>
              <a:spcAft>
                <a:spcPts val="0"/>
              </a:spcAft>
              <a:buClr>
                <a:schemeClr val="dk1"/>
              </a:buClr>
              <a:buSzPts val="1470"/>
              <a:buFont typeface="Arial"/>
              <a:buNone/>
              <a:defRPr b="0" i="0" sz="1470" u="none" cap="none" strike="noStrike">
                <a:solidFill>
                  <a:schemeClr val="dk1"/>
                </a:solidFill>
                <a:latin typeface="Verdana"/>
                <a:ea typeface="Verdana"/>
                <a:cs typeface="Verdana"/>
                <a:sym typeface="Verdana"/>
              </a:defRPr>
            </a:lvl4pPr>
            <a:lvl5pPr indent="-228600" lvl="4" marL="2286000" marR="0" rtl="0" algn="l">
              <a:lnSpc>
                <a:spcPct val="100000"/>
              </a:lnSpc>
              <a:spcBef>
                <a:spcPts val="294"/>
              </a:spcBef>
              <a:spcAft>
                <a:spcPts val="0"/>
              </a:spcAft>
              <a:buClr>
                <a:schemeClr val="dk1"/>
              </a:buClr>
              <a:buSzPts val="1470"/>
              <a:buFont typeface="Arial"/>
              <a:buNone/>
              <a:defRPr b="0" i="0" sz="1470" u="none" cap="none" strike="noStrike">
                <a:solidFill>
                  <a:schemeClr val="dk1"/>
                </a:solidFill>
                <a:latin typeface="Verdana"/>
                <a:ea typeface="Verdana"/>
                <a:cs typeface="Verdana"/>
                <a:sym typeface="Verdana"/>
              </a:defRPr>
            </a:lvl5pPr>
            <a:lvl6pPr indent="-397954" lvl="5" marL="2743200" marR="0" rtl="0" algn="l">
              <a:lnSpc>
                <a:spcPct val="100000"/>
              </a:lnSpc>
              <a:spcBef>
                <a:spcPts val="533"/>
              </a:spcBef>
              <a:spcAft>
                <a:spcPts val="0"/>
              </a:spcAft>
              <a:buClr>
                <a:schemeClr val="dk1"/>
              </a:buClr>
              <a:buSzPts val="2667"/>
              <a:buFont typeface="Arial"/>
              <a:buChar char="•"/>
              <a:defRPr b="0" i="0" sz="2667" u="none" cap="none" strike="noStrike">
                <a:solidFill>
                  <a:schemeClr val="dk1"/>
                </a:solidFill>
                <a:latin typeface="Verdana"/>
                <a:ea typeface="Verdana"/>
                <a:cs typeface="Verdana"/>
                <a:sym typeface="Verdana"/>
              </a:defRPr>
            </a:lvl6pPr>
            <a:lvl7pPr indent="-397954" lvl="6" marL="3200400" marR="0" rtl="0" algn="l">
              <a:lnSpc>
                <a:spcPct val="100000"/>
              </a:lnSpc>
              <a:spcBef>
                <a:spcPts val="533"/>
              </a:spcBef>
              <a:spcAft>
                <a:spcPts val="0"/>
              </a:spcAft>
              <a:buClr>
                <a:schemeClr val="dk1"/>
              </a:buClr>
              <a:buSzPts val="2667"/>
              <a:buFont typeface="Arial"/>
              <a:buChar char="•"/>
              <a:defRPr b="0" i="0" sz="2667" u="none" cap="none" strike="noStrike">
                <a:solidFill>
                  <a:schemeClr val="dk1"/>
                </a:solidFill>
                <a:latin typeface="Verdana"/>
                <a:ea typeface="Verdana"/>
                <a:cs typeface="Verdana"/>
                <a:sym typeface="Verdana"/>
              </a:defRPr>
            </a:lvl7pPr>
            <a:lvl8pPr indent="-397954" lvl="7" marL="3657600" marR="0" rtl="0" algn="l">
              <a:lnSpc>
                <a:spcPct val="100000"/>
              </a:lnSpc>
              <a:spcBef>
                <a:spcPts val="533"/>
              </a:spcBef>
              <a:spcAft>
                <a:spcPts val="0"/>
              </a:spcAft>
              <a:buClr>
                <a:schemeClr val="dk1"/>
              </a:buClr>
              <a:buSzPts val="2667"/>
              <a:buFont typeface="Arial"/>
              <a:buChar char="•"/>
              <a:defRPr b="0" i="0" sz="2667" u="none" cap="none" strike="noStrike">
                <a:solidFill>
                  <a:schemeClr val="dk1"/>
                </a:solidFill>
                <a:latin typeface="Verdana"/>
                <a:ea typeface="Verdana"/>
                <a:cs typeface="Verdana"/>
                <a:sym typeface="Verdana"/>
              </a:defRPr>
            </a:lvl8pPr>
            <a:lvl9pPr indent="-397954" lvl="8" marL="4114800" marR="0" rtl="0" algn="l">
              <a:lnSpc>
                <a:spcPct val="100000"/>
              </a:lnSpc>
              <a:spcBef>
                <a:spcPts val="533"/>
              </a:spcBef>
              <a:spcAft>
                <a:spcPts val="0"/>
              </a:spcAft>
              <a:buClr>
                <a:schemeClr val="dk1"/>
              </a:buClr>
              <a:buSzPts val="2667"/>
              <a:buFont typeface="Arial"/>
              <a:buChar char="•"/>
              <a:defRPr b="0" i="0" sz="2667" u="none" cap="none" strike="noStrike">
                <a:solidFill>
                  <a:schemeClr val="dk1"/>
                </a:solidFill>
                <a:latin typeface="Verdana"/>
                <a:ea typeface="Verdana"/>
                <a:cs typeface="Verdana"/>
                <a:sym typeface="Verdana"/>
              </a:defRPr>
            </a:lvl9pPr>
          </a:lstStyle>
          <a:p/>
        </p:txBody>
      </p:sp>
      <p:sp>
        <p:nvSpPr>
          <p:cNvPr id="91" name="Google Shape;91;p37"/>
          <p:cNvSpPr txBox="1"/>
          <p:nvPr>
            <p:ph idx="2" type="body"/>
          </p:nvPr>
        </p:nvSpPr>
        <p:spPr>
          <a:xfrm>
            <a:off x="1126884" y="548680"/>
            <a:ext cx="9255382" cy="604400"/>
          </a:xfrm>
          <a:prstGeom prst="rect">
            <a:avLst/>
          </a:prstGeom>
          <a:noFill/>
          <a:ln>
            <a:noFill/>
          </a:ln>
        </p:spPr>
        <p:txBody>
          <a:bodyPr anchorCtr="0" anchor="ctr" bIns="45700" lIns="91425" spcFirstLastPara="1" rIns="91425" wrap="square" tIns="45700">
            <a:noAutofit/>
          </a:bodyPr>
          <a:lstStyle>
            <a:lvl1pPr indent="-228600" lvl="0" marL="457200" marR="0" rtl="0" algn="l">
              <a:lnSpc>
                <a:spcPct val="100000"/>
              </a:lnSpc>
              <a:spcBef>
                <a:spcPts val="0"/>
              </a:spcBef>
              <a:spcAft>
                <a:spcPts val="0"/>
              </a:spcAft>
              <a:buClr>
                <a:schemeClr val="lt1"/>
              </a:buClr>
              <a:buSzPts val="2933"/>
              <a:buFont typeface="Arial"/>
              <a:buNone/>
              <a:defRPr b="1" i="0" sz="2933" u="none" cap="none" strike="noStrike">
                <a:solidFill>
                  <a:schemeClr val="lt1"/>
                </a:solidFill>
                <a:latin typeface="Verdana"/>
                <a:ea typeface="Verdana"/>
                <a:cs typeface="Verdana"/>
                <a:sym typeface="Verdana"/>
              </a:defRPr>
            </a:lvl1pPr>
            <a:lvl2pPr indent="-465645" lvl="1" marL="914400" marR="0" rtl="0" algn="l">
              <a:lnSpc>
                <a:spcPct val="100000"/>
              </a:lnSpc>
              <a:spcBef>
                <a:spcPts val="747"/>
              </a:spcBef>
              <a:spcAft>
                <a:spcPts val="0"/>
              </a:spcAft>
              <a:buClr>
                <a:schemeClr val="dk1"/>
              </a:buClr>
              <a:buSzPts val="3733"/>
              <a:buFont typeface="Arial"/>
              <a:buChar char="–"/>
              <a:defRPr b="0" i="0" sz="3733" u="none" cap="none" strike="noStrike">
                <a:solidFill>
                  <a:schemeClr val="dk1"/>
                </a:solidFill>
                <a:latin typeface="Verdana"/>
                <a:ea typeface="Verdana"/>
                <a:cs typeface="Verdana"/>
                <a:sym typeface="Verdana"/>
              </a:defRPr>
            </a:lvl2pPr>
            <a:lvl3pPr indent="-431800" lvl="2" marL="1371600" marR="0" rtl="0" algn="l">
              <a:lnSpc>
                <a:spcPct val="100000"/>
              </a:lnSpc>
              <a:spcBef>
                <a:spcPts val="640"/>
              </a:spcBef>
              <a:spcAft>
                <a:spcPts val="0"/>
              </a:spcAft>
              <a:buClr>
                <a:schemeClr val="dk1"/>
              </a:buClr>
              <a:buSzPts val="3200"/>
              <a:buFont typeface="Arial"/>
              <a:buChar char="•"/>
              <a:defRPr b="0" i="0" sz="3200" u="none" cap="none" strike="noStrike">
                <a:solidFill>
                  <a:schemeClr val="dk1"/>
                </a:solidFill>
                <a:latin typeface="Verdana"/>
                <a:ea typeface="Verdana"/>
                <a:cs typeface="Verdana"/>
                <a:sym typeface="Verdana"/>
              </a:defRPr>
            </a:lvl3pPr>
            <a:lvl4pPr indent="-397954" lvl="3" marL="1828800" marR="0" rtl="0" algn="l">
              <a:lnSpc>
                <a:spcPct val="100000"/>
              </a:lnSpc>
              <a:spcBef>
                <a:spcPts val="533"/>
              </a:spcBef>
              <a:spcAft>
                <a:spcPts val="0"/>
              </a:spcAft>
              <a:buClr>
                <a:schemeClr val="dk1"/>
              </a:buClr>
              <a:buSzPts val="2667"/>
              <a:buFont typeface="Arial"/>
              <a:buChar char="–"/>
              <a:defRPr b="0" i="0" sz="2667" u="none" cap="none" strike="noStrike">
                <a:solidFill>
                  <a:schemeClr val="dk1"/>
                </a:solidFill>
                <a:latin typeface="Verdana"/>
                <a:ea typeface="Verdana"/>
                <a:cs typeface="Verdana"/>
                <a:sym typeface="Verdana"/>
              </a:defRPr>
            </a:lvl4pPr>
            <a:lvl5pPr indent="-397954" lvl="4" marL="2286000" marR="0" rtl="0" algn="l">
              <a:lnSpc>
                <a:spcPct val="100000"/>
              </a:lnSpc>
              <a:spcBef>
                <a:spcPts val="533"/>
              </a:spcBef>
              <a:spcAft>
                <a:spcPts val="0"/>
              </a:spcAft>
              <a:buClr>
                <a:schemeClr val="dk1"/>
              </a:buClr>
              <a:buSzPts val="2667"/>
              <a:buFont typeface="Arial"/>
              <a:buChar char="»"/>
              <a:defRPr b="0" i="0" sz="2667" u="none" cap="none" strike="noStrike">
                <a:solidFill>
                  <a:schemeClr val="dk1"/>
                </a:solidFill>
                <a:latin typeface="Verdana"/>
                <a:ea typeface="Verdana"/>
                <a:cs typeface="Verdana"/>
                <a:sym typeface="Verdana"/>
              </a:defRPr>
            </a:lvl5pPr>
            <a:lvl6pPr indent="-397954" lvl="5" marL="2743200" marR="0" rtl="0" algn="l">
              <a:lnSpc>
                <a:spcPct val="100000"/>
              </a:lnSpc>
              <a:spcBef>
                <a:spcPts val="533"/>
              </a:spcBef>
              <a:spcAft>
                <a:spcPts val="0"/>
              </a:spcAft>
              <a:buClr>
                <a:schemeClr val="dk1"/>
              </a:buClr>
              <a:buSzPts val="2667"/>
              <a:buFont typeface="Arial"/>
              <a:buChar char="•"/>
              <a:defRPr b="0" i="0" sz="2667" u="none" cap="none" strike="noStrike">
                <a:solidFill>
                  <a:schemeClr val="dk1"/>
                </a:solidFill>
                <a:latin typeface="Verdana"/>
                <a:ea typeface="Verdana"/>
                <a:cs typeface="Verdana"/>
                <a:sym typeface="Verdana"/>
              </a:defRPr>
            </a:lvl6pPr>
            <a:lvl7pPr indent="-397954" lvl="6" marL="3200400" marR="0" rtl="0" algn="l">
              <a:lnSpc>
                <a:spcPct val="100000"/>
              </a:lnSpc>
              <a:spcBef>
                <a:spcPts val="533"/>
              </a:spcBef>
              <a:spcAft>
                <a:spcPts val="0"/>
              </a:spcAft>
              <a:buClr>
                <a:schemeClr val="dk1"/>
              </a:buClr>
              <a:buSzPts val="2667"/>
              <a:buFont typeface="Arial"/>
              <a:buChar char="•"/>
              <a:defRPr b="0" i="0" sz="2667" u="none" cap="none" strike="noStrike">
                <a:solidFill>
                  <a:schemeClr val="dk1"/>
                </a:solidFill>
                <a:latin typeface="Verdana"/>
                <a:ea typeface="Verdana"/>
                <a:cs typeface="Verdana"/>
                <a:sym typeface="Verdana"/>
              </a:defRPr>
            </a:lvl7pPr>
            <a:lvl8pPr indent="-397954" lvl="7" marL="3657600" marR="0" rtl="0" algn="l">
              <a:lnSpc>
                <a:spcPct val="100000"/>
              </a:lnSpc>
              <a:spcBef>
                <a:spcPts val="533"/>
              </a:spcBef>
              <a:spcAft>
                <a:spcPts val="0"/>
              </a:spcAft>
              <a:buClr>
                <a:schemeClr val="dk1"/>
              </a:buClr>
              <a:buSzPts val="2667"/>
              <a:buFont typeface="Arial"/>
              <a:buChar char="•"/>
              <a:defRPr b="0" i="0" sz="2667" u="none" cap="none" strike="noStrike">
                <a:solidFill>
                  <a:schemeClr val="dk1"/>
                </a:solidFill>
                <a:latin typeface="Verdana"/>
                <a:ea typeface="Verdana"/>
                <a:cs typeface="Verdana"/>
                <a:sym typeface="Verdana"/>
              </a:defRPr>
            </a:lvl8pPr>
            <a:lvl9pPr indent="-397954" lvl="8" marL="4114800" marR="0" rtl="0" algn="l">
              <a:lnSpc>
                <a:spcPct val="100000"/>
              </a:lnSpc>
              <a:spcBef>
                <a:spcPts val="533"/>
              </a:spcBef>
              <a:spcAft>
                <a:spcPts val="0"/>
              </a:spcAft>
              <a:buClr>
                <a:schemeClr val="dk1"/>
              </a:buClr>
              <a:buSzPts val="2667"/>
              <a:buFont typeface="Arial"/>
              <a:buChar char="•"/>
              <a:defRPr b="0" i="0" sz="2667" u="none" cap="none" strike="noStrike">
                <a:solidFill>
                  <a:schemeClr val="dk1"/>
                </a:solidFill>
                <a:latin typeface="Verdana"/>
                <a:ea typeface="Verdana"/>
                <a:cs typeface="Verdana"/>
                <a:sym typeface="Verdana"/>
              </a:defRPr>
            </a:lvl9pPr>
          </a:lstStyle>
          <a:p/>
        </p:txBody>
      </p:sp>
      <p:sp>
        <p:nvSpPr>
          <p:cNvPr id="92" name="Google Shape;92;p37"/>
          <p:cNvSpPr txBox="1"/>
          <p:nvPr>
            <p:ph idx="3" type="body"/>
          </p:nvPr>
        </p:nvSpPr>
        <p:spPr>
          <a:xfrm>
            <a:off x="1126884" y="1380787"/>
            <a:ext cx="9255382" cy="392029"/>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20000"/>
              </a:lnSpc>
              <a:spcBef>
                <a:spcPts val="0"/>
              </a:spcBef>
              <a:spcAft>
                <a:spcPts val="0"/>
              </a:spcAft>
              <a:buClr>
                <a:srgbClr val="0A4FA3"/>
              </a:buClr>
              <a:buSzPts val="1600"/>
              <a:buFont typeface="Arial"/>
              <a:buNone/>
              <a:defRPr b="0" i="0" sz="1600" u="none" cap="none" strike="noStrike">
                <a:solidFill>
                  <a:srgbClr val="0A4FA3"/>
                </a:solidFill>
                <a:latin typeface="Verdana"/>
                <a:ea typeface="Verdana"/>
                <a:cs typeface="Verdana"/>
                <a:sym typeface="Verdana"/>
              </a:defRPr>
            </a:lvl1pPr>
            <a:lvl2pPr indent="-465645" lvl="1" marL="914400" marR="0" rtl="0" algn="l">
              <a:lnSpc>
                <a:spcPct val="100000"/>
              </a:lnSpc>
              <a:spcBef>
                <a:spcPts val="747"/>
              </a:spcBef>
              <a:spcAft>
                <a:spcPts val="0"/>
              </a:spcAft>
              <a:buClr>
                <a:schemeClr val="dk1"/>
              </a:buClr>
              <a:buSzPts val="3733"/>
              <a:buFont typeface="Arial"/>
              <a:buChar char="–"/>
              <a:defRPr b="0" i="0" sz="3733" u="none" cap="none" strike="noStrike">
                <a:solidFill>
                  <a:schemeClr val="dk1"/>
                </a:solidFill>
                <a:latin typeface="Verdana"/>
                <a:ea typeface="Verdana"/>
                <a:cs typeface="Verdana"/>
                <a:sym typeface="Verdana"/>
              </a:defRPr>
            </a:lvl2pPr>
            <a:lvl3pPr indent="-431800" lvl="2" marL="1371600" marR="0" rtl="0" algn="l">
              <a:lnSpc>
                <a:spcPct val="100000"/>
              </a:lnSpc>
              <a:spcBef>
                <a:spcPts val="640"/>
              </a:spcBef>
              <a:spcAft>
                <a:spcPts val="0"/>
              </a:spcAft>
              <a:buClr>
                <a:schemeClr val="dk1"/>
              </a:buClr>
              <a:buSzPts val="3200"/>
              <a:buFont typeface="Arial"/>
              <a:buChar char="•"/>
              <a:defRPr b="0" i="0" sz="3200" u="none" cap="none" strike="noStrike">
                <a:solidFill>
                  <a:schemeClr val="dk1"/>
                </a:solidFill>
                <a:latin typeface="Verdana"/>
                <a:ea typeface="Verdana"/>
                <a:cs typeface="Verdana"/>
                <a:sym typeface="Verdana"/>
              </a:defRPr>
            </a:lvl3pPr>
            <a:lvl4pPr indent="-397954" lvl="3" marL="1828800" marR="0" rtl="0" algn="l">
              <a:lnSpc>
                <a:spcPct val="100000"/>
              </a:lnSpc>
              <a:spcBef>
                <a:spcPts val="533"/>
              </a:spcBef>
              <a:spcAft>
                <a:spcPts val="0"/>
              </a:spcAft>
              <a:buClr>
                <a:schemeClr val="dk1"/>
              </a:buClr>
              <a:buSzPts val="2667"/>
              <a:buFont typeface="Arial"/>
              <a:buChar char="–"/>
              <a:defRPr b="0" i="0" sz="2667" u="none" cap="none" strike="noStrike">
                <a:solidFill>
                  <a:schemeClr val="dk1"/>
                </a:solidFill>
                <a:latin typeface="Verdana"/>
                <a:ea typeface="Verdana"/>
                <a:cs typeface="Verdana"/>
                <a:sym typeface="Verdana"/>
              </a:defRPr>
            </a:lvl4pPr>
            <a:lvl5pPr indent="-397954" lvl="4" marL="2286000" marR="0" rtl="0" algn="l">
              <a:lnSpc>
                <a:spcPct val="100000"/>
              </a:lnSpc>
              <a:spcBef>
                <a:spcPts val="533"/>
              </a:spcBef>
              <a:spcAft>
                <a:spcPts val="0"/>
              </a:spcAft>
              <a:buClr>
                <a:schemeClr val="dk1"/>
              </a:buClr>
              <a:buSzPts val="2667"/>
              <a:buFont typeface="Arial"/>
              <a:buChar char="»"/>
              <a:defRPr b="0" i="0" sz="2667" u="none" cap="none" strike="noStrike">
                <a:solidFill>
                  <a:schemeClr val="dk1"/>
                </a:solidFill>
                <a:latin typeface="Verdana"/>
                <a:ea typeface="Verdana"/>
                <a:cs typeface="Verdana"/>
                <a:sym typeface="Verdana"/>
              </a:defRPr>
            </a:lvl5pPr>
            <a:lvl6pPr indent="-397954" lvl="5" marL="2743200" marR="0" rtl="0" algn="l">
              <a:lnSpc>
                <a:spcPct val="100000"/>
              </a:lnSpc>
              <a:spcBef>
                <a:spcPts val="533"/>
              </a:spcBef>
              <a:spcAft>
                <a:spcPts val="0"/>
              </a:spcAft>
              <a:buClr>
                <a:schemeClr val="dk1"/>
              </a:buClr>
              <a:buSzPts val="2667"/>
              <a:buFont typeface="Arial"/>
              <a:buChar char="•"/>
              <a:defRPr b="0" i="0" sz="2667" u="none" cap="none" strike="noStrike">
                <a:solidFill>
                  <a:schemeClr val="dk1"/>
                </a:solidFill>
                <a:latin typeface="Verdana"/>
                <a:ea typeface="Verdana"/>
                <a:cs typeface="Verdana"/>
                <a:sym typeface="Verdana"/>
              </a:defRPr>
            </a:lvl6pPr>
            <a:lvl7pPr indent="-397954" lvl="6" marL="3200400" marR="0" rtl="0" algn="l">
              <a:lnSpc>
                <a:spcPct val="100000"/>
              </a:lnSpc>
              <a:spcBef>
                <a:spcPts val="533"/>
              </a:spcBef>
              <a:spcAft>
                <a:spcPts val="0"/>
              </a:spcAft>
              <a:buClr>
                <a:schemeClr val="dk1"/>
              </a:buClr>
              <a:buSzPts val="2667"/>
              <a:buFont typeface="Arial"/>
              <a:buChar char="•"/>
              <a:defRPr b="0" i="0" sz="2667" u="none" cap="none" strike="noStrike">
                <a:solidFill>
                  <a:schemeClr val="dk1"/>
                </a:solidFill>
                <a:latin typeface="Verdana"/>
                <a:ea typeface="Verdana"/>
                <a:cs typeface="Verdana"/>
                <a:sym typeface="Verdana"/>
              </a:defRPr>
            </a:lvl7pPr>
            <a:lvl8pPr indent="-397954" lvl="7" marL="3657600" marR="0" rtl="0" algn="l">
              <a:lnSpc>
                <a:spcPct val="100000"/>
              </a:lnSpc>
              <a:spcBef>
                <a:spcPts val="533"/>
              </a:spcBef>
              <a:spcAft>
                <a:spcPts val="0"/>
              </a:spcAft>
              <a:buClr>
                <a:schemeClr val="dk1"/>
              </a:buClr>
              <a:buSzPts val="2667"/>
              <a:buFont typeface="Arial"/>
              <a:buChar char="•"/>
              <a:defRPr b="0" i="0" sz="2667" u="none" cap="none" strike="noStrike">
                <a:solidFill>
                  <a:schemeClr val="dk1"/>
                </a:solidFill>
                <a:latin typeface="Verdana"/>
                <a:ea typeface="Verdana"/>
                <a:cs typeface="Verdana"/>
                <a:sym typeface="Verdana"/>
              </a:defRPr>
            </a:lvl8pPr>
            <a:lvl9pPr indent="-397954" lvl="8" marL="4114800" marR="0" rtl="0" algn="l">
              <a:lnSpc>
                <a:spcPct val="100000"/>
              </a:lnSpc>
              <a:spcBef>
                <a:spcPts val="533"/>
              </a:spcBef>
              <a:spcAft>
                <a:spcPts val="0"/>
              </a:spcAft>
              <a:buClr>
                <a:schemeClr val="dk1"/>
              </a:buClr>
              <a:buSzPts val="2667"/>
              <a:buFont typeface="Arial"/>
              <a:buChar char="•"/>
              <a:defRPr b="0" i="0" sz="2667" u="none" cap="none" strike="noStrike">
                <a:solidFill>
                  <a:schemeClr val="dk1"/>
                </a:solidFill>
                <a:latin typeface="Verdana"/>
                <a:ea typeface="Verdana"/>
                <a:cs typeface="Verdana"/>
                <a:sym typeface="Verdana"/>
              </a:defRPr>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eople">
  <p:cSld name="People">
    <p:spTree>
      <p:nvGrpSpPr>
        <p:cNvPr id="93" name="Shape 93"/>
        <p:cNvGrpSpPr/>
        <p:nvPr/>
      </p:nvGrpSpPr>
      <p:grpSpPr>
        <a:xfrm>
          <a:off x="0" y="0"/>
          <a:ext cx="0" cy="0"/>
          <a:chOff x="0" y="0"/>
          <a:chExt cx="0" cy="0"/>
        </a:xfrm>
      </p:grpSpPr>
      <p:sp>
        <p:nvSpPr>
          <p:cNvPr id="94" name="Google Shape;94;p38"/>
          <p:cNvSpPr/>
          <p:nvPr/>
        </p:nvSpPr>
        <p:spPr>
          <a:xfrm>
            <a:off x="0" y="0"/>
            <a:ext cx="12192000" cy="5567184"/>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Verdana"/>
              <a:ea typeface="Verdana"/>
              <a:cs typeface="Verdana"/>
              <a:sym typeface="Verdana"/>
            </a:endParaRPr>
          </a:p>
        </p:txBody>
      </p:sp>
      <p:pic>
        <p:nvPicPr>
          <p:cNvPr descr="rr email template-05-05.png" id="95" name="Google Shape;95;p38"/>
          <p:cNvPicPr preferRelativeResize="0"/>
          <p:nvPr/>
        </p:nvPicPr>
        <p:blipFill rotWithShape="1">
          <a:blip r:embed="rId2">
            <a:alphaModFix/>
          </a:blip>
          <a:srcRect b="19836" l="370" r="11715" t="67250"/>
          <a:stretch/>
        </p:blipFill>
        <p:spPr>
          <a:xfrm>
            <a:off x="891367" y="428604"/>
            <a:ext cx="11325313" cy="822417"/>
          </a:xfrm>
          <a:prstGeom prst="rect">
            <a:avLst/>
          </a:prstGeom>
          <a:noFill/>
          <a:ln>
            <a:noFill/>
          </a:ln>
        </p:spPr>
      </p:pic>
      <p:pic>
        <p:nvPicPr>
          <p:cNvPr descr="Untitled-1-11.png" id="96" name="Google Shape;96;p38"/>
          <p:cNvPicPr preferRelativeResize="0"/>
          <p:nvPr/>
        </p:nvPicPr>
        <p:blipFill rotWithShape="1">
          <a:blip r:embed="rId3">
            <a:alphaModFix/>
          </a:blip>
          <a:srcRect b="0" l="0" r="0" t="0"/>
          <a:stretch/>
        </p:blipFill>
        <p:spPr>
          <a:xfrm>
            <a:off x="-24680" y="285728"/>
            <a:ext cx="914353" cy="1071569"/>
          </a:xfrm>
          <a:prstGeom prst="rect">
            <a:avLst/>
          </a:prstGeom>
          <a:noFill/>
          <a:ln>
            <a:noFill/>
          </a:ln>
        </p:spPr>
      </p:pic>
      <p:sp>
        <p:nvSpPr>
          <p:cNvPr id="97" name="Google Shape;97;p38"/>
          <p:cNvSpPr/>
          <p:nvPr/>
        </p:nvSpPr>
        <p:spPr>
          <a:xfrm>
            <a:off x="6167438" y="1893963"/>
            <a:ext cx="1677699" cy="1696122"/>
          </a:xfrm>
          <a:prstGeom prst="rect">
            <a:avLst/>
          </a:prstGeom>
          <a:solidFill>
            <a:srgbClr val="E91C86"/>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Verdana"/>
              <a:ea typeface="Verdana"/>
              <a:cs typeface="Verdana"/>
              <a:sym typeface="Verdana"/>
            </a:endParaRPr>
          </a:p>
        </p:txBody>
      </p:sp>
      <p:sp>
        <p:nvSpPr>
          <p:cNvPr id="98" name="Google Shape;98;p38"/>
          <p:cNvSpPr/>
          <p:nvPr/>
        </p:nvSpPr>
        <p:spPr>
          <a:xfrm>
            <a:off x="6167438" y="3871062"/>
            <a:ext cx="1677699" cy="1696122"/>
          </a:xfrm>
          <a:prstGeom prst="rect">
            <a:avLst/>
          </a:prstGeom>
          <a:solidFill>
            <a:srgbClr val="2A3C9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Verdana"/>
              <a:ea typeface="Verdana"/>
              <a:cs typeface="Verdana"/>
              <a:sym typeface="Verdana"/>
            </a:endParaRPr>
          </a:p>
        </p:txBody>
      </p:sp>
      <p:sp>
        <p:nvSpPr>
          <p:cNvPr id="99" name="Google Shape;99;p38"/>
          <p:cNvSpPr/>
          <p:nvPr/>
        </p:nvSpPr>
        <p:spPr>
          <a:xfrm>
            <a:off x="1381092" y="1887246"/>
            <a:ext cx="1677699" cy="1702839"/>
          </a:xfrm>
          <a:prstGeom prst="rect">
            <a:avLst/>
          </a:prstGeom>
          <a:solidFill>
            <a:srgbClr val="2A3C9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Verdana"/>
              <a:ea typeface="Verdana"/>
              <a:cs typeface="Verdana"/>
              <a:sym typeface="Verdana"/>
            </a:endParaRPr>
          </a:p>
        </p:txBody>
      </p:sp>
      <p:sp>
        <p:nvSpPr>
          <p:cNvPr id="100" name="Google Shape;100;p38"/>
          <p:cNvSpPr/>
          <p:nvPr/>
        </p:nvSpPr>
        <p:spPr>
          <a:xfrm>
            <a:off x="1381092" y="3857628"/>
            <a:ext cx="1677699" cy="1702839"/>
          </a:xfrm>
          <a:prstGeom prst="rect">
            <a:avLst/>
          </a:prstGeom>
          <a:solidFill>
            <a:srgbClr val="E91C86"/>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Verdana"/>
              <a:ea typeface="Verdana"/>
              <a:cs typeface="Verdana"/>
              <a:sym typeface="Verdana"/>
            </a:endParaRPr>
          </a:p>
        </p:txBody>
      </p:sp>
      <p:sp>
        <p:nvSpPr>
          <p:cNvPr id="101" name="Google Shape;101;p38"/>
          <p:cNvSpPr/>
          <p:nvPr>
            <p:ph idx="2" type="pic"/>
          </p:nvPr>
        </p:nvSpPr>
        <p:spPr>
          <a:xfrm>
            <a:off x="1381092" y="1887246"/>
            <a:ext cx="1677699" cy="1702839"/>
          </a:xfrm>
          <a:prstGeom prst="rect">
            <a:avLst/>
          </a:prstGeom>
          <a:noFill/>
          <a:ln>
            <a:noFill/>
          </a:ln>
        </p:spPr>
      </p:sp>
      <p:sp>
        <p:nvSpPr>
          <p:cNvPr id="102" name="Google Shape;102;p38"/>
          <p:cNvSpPr txBox="1"/>
          <p:nvPr>
            <p:ph idx="1" type="body"/>
          </p:nvPr>
        </p:nvSpPr>
        <p:spPr>
          <a:xfrm>
            <a:off x="3238480" y="1893963"/>
            <a:ext cx="2299567" cy="392029"/>
          </a:xfrm>
          <a:prstGeom prst="rect">
            <a:avLst/>
          </a:prstGeom>
          <a:noFill/>
          <a:ln>
            <a:noFill/>
          </a:ln>
        </p:spPr>
        <p:txBody>
          <a:bodyPr anchorCtr="0" anchor="ctr" bIns="45700" lIns="91425" spcFirstLastPara="1" rIns="91425" wrap="square" tIns="45700">
            <a:noAutofit/>
          </a:bodyPr>
          <a:lstStyle>
            <a:lvl1pPr indent="-228600" lvl="0" marL="457200" marR="0" rtl="0" algn="l">
              <a:lnSpc>
                <a:spcPct val="120000"/>
              </a:lnSpc>
              <a:spcBef>
                <a:spcPts val="0"/>
              </a:spcBef>
              <a:spcAft>
                <a:spcPts val="0"/>
              </a:spcAft>
              <a:buClr>
                <a:srgbClr val="3C3C3C"/>
              </a:buClr>
              <a:buSzPts val="1600"/>
              <a:buFont typeface="Arial"/>
              <a:buNone/>
              <a:defRPr b="0" i="0" sz="1600" u="none" cap="none" strike="noStrike">
                <a:solidFill>
                  <a:srgbClr val="3C3C3C"/>
                </a:solidFill>
                <a:latin typeface="Verdana"/>
                <a:ea typeface="Verdana"/>
                <a:cs typeface="Verdana"/>
                <a:sym typeface="Verdana"/>
              </a:defRPr>
            </a:lvl1pPr>
            <a:lvl2pPr indent="-465645" lvl="1" marL="914400" marR="0" rtl="0" algn="l">
              <a:lnSpc>
                <a:spcPct val="100000"/>
              </a:lnSpc>
              <a:spcBef>
                <a:spcPts val="747"/>
              </a:spcBef>
              <a:spcAft>
                <a:spcPts val="0"/>
              </a:spcAft>
              <a:buClr>
                <a:schemeClr val="dk1"/>
              </a:buClr>
              <a:buSzPts val="3733"/>
              <a:buFont typeface="Arial"/>
              <a:buChar char="–"/>
              <a:defRPr b="0" i="0" sz="3733" u="none" cap="none" strike="noStrike">
                <a:solidFill>
                  <a:schemeClr val="dk1"/>
                </a:solidFill>
                <a:latin typeface="Verdana"/>
                <a:ea typeface="Verdana"/>
                <a:cs typeface="Verdana"/>
                <a:sym typeface="Verdana"/>
              </a:defRPr>
            </a:lvl2pPr>
            <a:lvl3pPr indent="-431800" lvl="2" marL="1371600" marR="0" rtl="0" algn="l">
              <a:lnSpc>
                <a:spcPct val="100000"/>
              </a:lnSpc>
              <a:spcBef>
                <a:spcPts val="640"/>
              </a:spcBef>
              <a:spcAft>
                <a:spcPts val="0"/>
              </a:spcAft>
              <a:buClr>
                <a:schemeClr val="dk1"/>
              </a:buClr>
              <a:buSzPts val="3200"/>
              <a:buFont typeface="Arial"/>
              <a:buChar char="•"/>
              <a:defRPr b="0" i="0" sz="3200" u="none" cap="none" strike="noStrike">
                <a:solidFill>
                  <a:schemeClr val="dk1"/>
                </a:solidFill>
                <a:latin typeface="Verdana"/>
                <a:ea typeface="Verdana"/>
                <a:cs typeface="Verdana"/>
                <a:sym typeface="Verdana"/>
              </a:defRPr>
            </a:lvl3pPr>
            <a:lvl4pPr indent="-397954" lvl="3" marL="1828800" marR="0" rtl="0" algn="l">
              <a:lnSpc>
                <a:spcPct val="100000"/>
              </a:lnSpc>
              <a:spcBef>
                <a:spcPts val="533"/>
              </a:spcBef>
              <a:spcAft>
                <a:spcPts val="0"/>
              </a:spcAft>
              <a:buClr>
                <a:schemeClr val="dk1"/>
              </a:buClr>
              <a:buSzPts val="2667"/>
              <a:buFont typeface="Arial"/>
              <a:buChar char="–"/>
              <a:defRPr b="0" i="0" sz="2667" u="none" cap="none" strike="noStrike">
                <a:solidFill>
                  <a:schemeClr val="dk1"/>
                </a:solidFill>
                <a:latin typeface="Verdana"/>
                <a:ea typeface="Verdana"/>
                <a:cs typeface="Verdana"/>
                <a:sym typeface="Verdana"/>
              </a:defRPr>
            </a:lvl4pPr>
            <a:lvl5pPr indent="-397954" lvl="4" marL="2286000" marR="0" rtl="0" algn="l">
              <a:lnSpc>
                <a:spcPct val="100000"/>
              </a:lnSpc>
              <a:spcBef>
                <a:spcPts val="533"/>
              </a:spcBef>
              <a:spcAft>
                <a:spcPts val="0"/>
              </a:spcAft>
              <a:buClr>
                <a:schemeClr val="dk1"/>
              </a:buClr>
              <a:buSzPts val="2667"/>
              <a:buFont typeface="Arial"/>
              <a:buChar char="»"/>
              <a:defRPr b="0" i="0" sz="2667" u="none" cap="none" strike="noStrike">
                <a:solidFill>
                  <a:schemeClr val="dk1"/>
                </a:solidFill>
                <a:latin typeface="Verdana"/>
                <a:ea typeface="Verdana"/>
                <a:cs typeface="Verdana"/>
                <a:sym typeface="Verdana"/>
              </a:defRPr>
            </a:lvl5pPr>
            <a:lvl6pPr indent="-397954" lvl="5" marL="2743200" marR="0" rtl="0" algn="l">
              <a:lnSpc>
                <a:spcPct val="100000"/>
              </a:lnSpc>
              <a:spcBef>
                <a:spcPts val="533"/>
              </a:spcBef>
              <a:spcAft>
                <a:spcPts val="0"/>
              </a:spcAft>
              <a:buClr>
                <a:schemeClr val="dk1"/>
              </a:buClr>
              <a:buSzPts val="2667"/>
              <a:buFont typeface="Arial"/>
              <a:buChar char="•"/>
              <a:defRPr b="0" i="0" sz="2667" u="none" cap="none" strike="noStrike">
                <a:solidFill>
                  <a:schemeClr val="dk1"/>
                </a:solidFill>
                <a:latin typeface="Verdana"/>
                <a:ea typeface="Verdana"/>
                <a:cs typeface="Verdana"/>
                <a:sym typeface="Verdana"/>
              </a:defRPr>
            </a:lvl6pPr>
            <a:lvl7pPr indent="-397954" lvl="6" marL="3200400" marR="0" rtl="0" algn="l">
              <a:lnSpc>
                <a:spcPct val="100000"/>
              </a:lnSpc>
              <a:spcBef>
                <a:spcPts val="533"/>
              </a:spcBef>
              <a:spcAft>
                <a:spcPts val="0"/>
              </a:spcAft>
              <a:buClr>
                <a:schemeClr val="dk1"/>
              </a:buClr>
              <a:buSzPts val="2667"/>
              <a:buFont typeface="Arial"/>
              <a:buChar char="•"/>
              <a:defRPr b="0" i="0" sz="2667" u="none" cap="none" strike="noStrike">
                <a:solidFill>
                  <a:schemeClr val="dk1"/>
                </a:solidFill>
                <a:latin typeface="Verdana"/>
                <a:ea typeface="Verdana"/>
                <a:cs typeface="Verdana"/>
                <a:sym typeface="Verdana"/>
              </a:defRPr>
            </a:lvl7pPr>
            <a:lvl8pPr indent="-397954" lvl="7" marL="3657600" marR="0" rtl="0" algn="l">
              <a:lnSpc>
                <a:spcPct val="100000"/>
              </a:lnSpc>
              <a:spcBef>
                <a:spcPts val="533"/>
              </a:spcBef>
              <a:spcAft>
                <a:spcPts val="0"/>
              </a:spcAft>
              <a:buClr>
                <a:schemeClr val="dk1"/>
              </a:buClr>
              <a:buSzPts val="2667"/>
              <a:buFont typeface="Arial"/>
              <a:buChar char="•"/>
              <a:defRPr b="0" i="0" sz="2667" u="none" cap="none" strike="noStrike">
                <a:solidFill>
                  <a:schemeClr val="dk1"/>
                </a:solidFill>
                <a:latin typeface="Verdana"/>
                <a:ea typeface="Verdana"/>
                <a:cs typeface="Verdana"/>
                <a:sym typeface="Verdana"/>
              </a:defRPr>
            </a:lvl8pPr>
            <a:lvl9pPr indent="-397954" lvl="8" marL="4114800" marR="0" rtl="0" algn="l">
              <a:lnSpc>
                <a:spcPct val="100000"/>
              </a:lnSpc>
              <a:spcBef>
                <a:spcPts val="533"/>
              </a:spcBef>
              <a:spcAft>
                <a:spcPts val="0"/>
              </a:spcAft>
              <a:buClr>
                <a:schemeClr val="dk1"/>
              </a:buClr>
              <a:buSzPts val="2667"/>
              <a:buFont typeface="Arial"/>
              <a:buChar char="•"/>
              <a:defRPr b="0" i="0" sz="2667" u="none" cap="none" strike="noStrike">
                <a:solidFill>
                  <a:schemeClr val="dk1"/>
                </a:solidFill>
                <a:latin typeface="Verdana"/>
                <a:ea typeface="Verdana"/>
                <a:cs typeface="Verdana"/>
                <a:sym typeface="Verdana"/>
              </a:defRPr>
            </a:lvl9pPr>
          </a:lstStyle>
          <a:p/>
        </p:txBody>
      </p:sp>
      <p:sp>
        <p:nvSpPr>
          <p:cNvPr id="103" name="Google Shape;103;p38"/>
          <p:cNvSpPr txBox="1"/>
          <p:nvPr>
            <p:ph idx="3" type="body"/>
          </p:nvPr>
        </p:nvSpPr>
        <p:spPr>
          <a:xfrm>
            <a:off x="3238480" y="2364147"/>
            <a:ext cx="2299567" cy="1225938"/>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20000"/>
              </a:lnSpc>
              <a:spcBef>
                <a:spcPts val="0"/>
              </a:spcBef>
              <a:spcAft>
                <a:spcPts val="0"/>
              </a:spcAft>
              <a:buClr>
                <a:srgbClr val="3C3C3C"/>
              </a:buClr>
              <a:buSzPts val="1067"/>
              <a:buFont typeface="Arial"/>
              <a:buNone/>
              <a:defRPr b="0" i="0" sz="1067" u="none" cap="none" strike="noStrike">
                <a:solidFill>
                  <a:srgbClr val="3C3C3C"/>
                </a:solidFill>
                <a:latin typeface="Verdana"/>
                <a:ea typeface="Verdana"/>
                <a:cs typeface="Verdana"/>
                <a:sym typeface="Verdana"/>
              </a:defRPr>
            </a:lvl1pPr>
            <a:lvl2pPr indent="-465645" lvl="1" marL="914400" marR="0" rtl="0" algn="l">
              <a:lnSpc>
                <a:spcPct val="100000"/>
              </a:lnSpc>
              <a:spcBef>
                <a:spcPts val="747"/>
              </a:spcBef>
              <a:spcAft>
                <a:spcPts val="0"/>
              </a:spcAft>
              <a:buClr>
                <a:schemeClr val="dk1"/>
              </a:buClr>
              <a:buSzPts val="3733"/>
              <a:buFont typeface="Arial"/>
              <a:buChar char="–"/>
              <a:defRPr b="0" i="0" sz="3733" u="none" cap="none" strike="noStrike">
                <a:solidFill>
                  <a:schemeClr val="dk1"/>
                </a:solidFill>
                <a:latin typeface="Verdana"/>
                <a:ea typeface="Verdana"/>
                <a:cs typeface="Verdana"/>
                <a:sym typeface="Verdana"/>
              </a:defRPr>
            </a:lvl2pPr>
            <a:lvl3pPr indent="-431800" lvl="2" marL="1371600" marR="0" rtl="0" algn="l">
              <a:lnSpc>
                <a:spcPct val="100000"/>
              </a:lnSpc>
              <a:spcBef>
                <a:spcPts val="640"/>
              </a:spcBef>
              <a:spcAft>
                <a:spcPts val="0"/>
              </a:spcAft>
              <a:buClr>
                <a:schemeClr val="dk1"/>
              </a:buClr>
              <a:buSzPts val="3200"/>
              <a:buFont typeface="Arial"/>
              <a:buChar char="•"/>
              <a:defRPr b="0" i="0" sz="3200" u="none" cap="none" strike="noStrike">
                <a:solidFill>
                  <a:schemeClr val="dk1"/>
                </a:solidFill>
                <a:latin typeface="Verdana"/>
                <a:ea typeface="Verdana"/>
                <a:cs typeface="Verdana"/>
                <a:sym typeface="Verdana"/>
              </a:defRPr>
            </a:lvl3pPr>
            <a:lvl4pPr indent="-397954" lvl="3" marL="1828800" marR="0" rtl="0" algn="l">
              <a:lnSpc>
                <a:spcPct val="100000"/>
              </a:lnSpc>
              <a:spcBef>
                <a:spcPts val="533"/>
              </a:spcBef>
              <a:spcAft>
                <a:spcPts val="0"/>
              </a:spcAft>
              <a:buClr>
                <a:schemeClr val="dk1"/>
              </a:buClr>
              <a:buSzPts val="2667"/>
              <a:buFont typeface="Arial"/>
              <a:buChar char="–"/>
              <a:defRPr b="0" i="0" sz="2667" u="none" cap="none" strike="noStrike">
                <a:solidFill>
                  <a:schemeClr val="dk1"/>
                </a:solidFill>
                <a:latin typeface="Verdana"/>
                <a:ea typeface="Verdana"/>
                <a:cs typeface="Verdana"/>
                <a:sym typeface="Verdana"/>
              </a:defRPr>
            </a:lvl4pPr>
            <a:lvl5pPr indent="-397954" lvl="4" marL="2286000" marR="0" rtl="0" algn="l">
              <a:lnSpc>
                <a:spcPct val="100000"/>
              </a:lnSpc>
              <a:spcBef>
                <a:spcPts val="533"/>
              </a:spcBef>
              <a:spcAft>
                <a:spcPts val="0"/>
              </a:spcAft>
              <a:buClr>
                <a:schemeClr val="dk1"/>
              </a:buClr>
              <a:buSzPts val="2667"/>
              <a:buFont typeface="Arial"/>
              <a:buChar char="»"/>
              <a:defRPr b="0" i="0" sz="2667" u="none" cap="none" strike="noStrike">
                <a:solidFill>
                  <a:schemeClr val="dk1"/>
                </a:solidFill>
                <a:latin typeface="Verdana"/>
                <a:ea typeface="Verdana"/>
                <a:cs typeface="Verdana"/>
                <a:sym typeface="Verdana"/>
              </a:defRPr>
            </a:lvl5pPr>
            <a:lvl6pPr indent="-397954" lvl="5" marL="2743200" marR="0" rtl="0" algn="l">
              <a:lnSpc>
                <a:spcPct val="100000"/>
              </a:lnSpc>
              <a:spcBef>
                <a:spcPts val="533"/>
              </a:spcBef>
              <a:spcAft>
                <a:spcPts val="0"/>
              </a:spcAft>
              <a:buClr>
                <a:schemeClr val="dk1"/>
              </a:buClr>
              <a:buSzPts val="2667"/>
              <a:buFont typeface="Arial"/>
              <a:buChar char="•"/>
              <a:defRPr b="0" i="0" sz="2667" u="none" cap="none" strike="noStrike">
                <a:solidFill>
                  <a:schemeClr val="dk1"/>
                </a:solidFill>
                <a:latin typeface="Verdana"/>
                <a:ea typeface="Verdana"/>
                <a:cs typeface="Verdana"/>
                <a:sym typeface="Verdana"/>
              </a:defRPr>
            </a:lvl6pPr>
            <a:lvl7pPr indent="-397954" lvl="6" marL="3200400" marR="0" rtl="0" algn="l">
              <a:lnSpc>
                <a:spcPct val="100000"/>
              </a:lnSpc>
              <a:spcBef>
                <a:spcPts val="533"/>
              </a:spcBef>
              <a:spcAft>
                <a:spcPts val="0"/>
              </a:spcAft>
              <a:buClr>
                <a:schemeClr val="dk1"/>
              </a:buClr>
              <a:buSzPts val="2667"/>
              <a:buFont typeface="Arial"/>
              <a:buChar char="•"/>
              <a:defRPr b="0" i="0" sz="2667" u="none" cap="none" strike="noStrike">
                <a:solidFill>
                  <a:schemeClr val="dk1"/>
                </a:solidFill>
                <a:latin typeface="Verdana"/>
                <a:ea typeface="Verdana"/>
                <a:cs typeface="Verdana"/>
                <a:sym typeface="Verdana"/>
              </a:defRPr>
            </a:lvl7pPr>
            <a:lvl8pPr indent="-397954" lvl="7" marL="3657600" marR="0" rtl="0" algn="l">
              <a:lnSpc>
                <a:spcPct val="100000"/>
              </a:lnSpc>
              <a:spcBef>
                <a:spcPts val="533"/>
              </a:spcBef>
              <a:spcAft>
                <a:spcPts val="0"/>
              </a:spcAft>
              <a:buClr>
                <a:schemeClr val="dk1"/>
              </a:buClr>
              <a:buSzPts val="2667"/>
              <a:buFont typeface="Arial"/>
              <a:buChar char="•"/>
              <a:defRPr b="0" i="0" sz="2667" u="none" cap="none" strike="noStrike">
                <a:solidFill>
                  <a:schemeClr val="dk1"/>
                </a:solidFill>
                <a:latin typeface="Verdana"/>
                <a:ea typeface="Verdana"/>
                <a:cs typeface="Verdana"/>
                <a:sym typeface="Verdana"/>
              </a:defRPr>
            </a:lvl8pPr>
            <a:lvl9pPr indent="-397954" lvl="8" marL="4114800" marR="0" rtl="0" algn="l">
              <a:lnSpc>
                <a:spcPct val="100000"/>
              </a:lnSpc>
              <a:spcBef>
                <a:spcPts val="533"/>
              </a:spcBef>
              <a:spcAft>
                <a:spcPts val="0"/>
              </a:spcAft>
              <a:buClr>
                <a:schemeClr val="dk1"/>
              </a:buClr>
              <a:buSzPts val="2667"/>
              <a:buFont typeface="Arial"/>
              <a:buChar char="•"/>
              <a:defRPr b="0" i="0" sz="2667" u="none" cap="none" strike="noStrike">
                <a:solidFill>
                  <a:schemeClr val="dk1"/>
                </a:solidFill>
                <a:latin typeface="Verdana"/>
                <a:ea typeface="Verdana"/>
                <a:cs typeface="Verdana"/>
                <a:sym typeface="Verdana"/>
              </a:defRPr>
            </a:lvl9pPr>
          </a:lstStyle>
          <a:p/>
        </p:txBody>
      </p:sp>
      <p:sp>
        <p:nvSpPr>
          <p:cNvPr id="104" name="Google Shape;104;p38"/>
          <p:cNvSpPr/>
          <p:nvPr>
            <p:ph idx="4" type="pic"/>
          </p:nvPr>
        </p:nvSpPr>
        <p:spPr>
          <a:xfrm>
            <a:off x="1381092" y="3857628"/>
            <a:ext cx="1677699" cy="1702839"/>
          </a:xfrm>
          <a:prstGeom prst="rect">
            <a:avLst/>
          </a:prstGeom>
          <a:solidFill>
            <a:schemeClr val="lt1">
              <a:alpha val="0"/>
            </a:schemeClr>
          </a:solidFill>
          <a:ln>
            <a:noFill/>
          </a:ln>
        </p:spPr>
      </p:sp>
      <p:sp>
        <p:nvSpPr>
          <p:cNvPr id="105" name="Google Shape;105;p38"/>
          <p:cNvSpPr txBox="1"/>
          <p:nvPr>
            <p:ph idx="5" type="body"/>
          </p:nvPr>
        </p:nvSpPr>
        <p:spPr>
          <a:xfrm>
            <a:off x="3238480" y="3857628"/>
            <a:ext cx="2299567" cy="392029"/>
          </a:xfrm>
          <a:prstGeom prst="rect">
            <a:avLst/>
          </a:prstGeom>
          <a:noFill/>
          <a:ln>
            <a:noFill/>
          </a:ln>
        </p:spPr>
        <p:txBody>
          <a:bodyPr anchorCtr="0" anchor="ctr" bIns="45700" lIns="91425" spcFirstLastPara="1" rIns="91425" wrap="square" tIns="45700">
            <a:noAutofit/>
          </a:bodyPr>
          <a:lstStyle>
            <a:lvl1pPr indent="-228600" lvl="0" marL="457200" marR="0" rtl="0" algn="l">
              <a:lnSpc>
                <a:spcPct val="120000"/>
              </a:lnSpc>
              <a:spcBef>
                <a:spcPts val="0"/>
              </a:spcBef>
              <a:spcAft>
                <a:spcPts val="0"/>
              </a:spcAft>
              <a:buClr>
                <a:srgbClr val="3C3C3C"/>
              </a:buClr>
              <a:buSzPts val="1600"/>
              <a:buFont typeface="Arial"/>
              <a:buNone/>
              <a:defRPr b="0" i="0" sz="1600" u="none" cap="none" strike="noStrike">
                <a:solidFill>
                  <a:srgbClr val="3C3C3C"/>
                </a:solidFill>
                <a:latin typeface="Verdana"/>
                <a:ea typeface="Verdana"/>
                <a:cs typeface="Verdana"/>
                <a:sym typeface="Verdana"/>
              </a:defRPr>
            </a:lvl1pPr>
            <a:lvl2pPr indent="-465645" lvl="1" marL="914400" marR="0" rtl="0" algn="l">
              <a:lnSpc>
                <a:spcPct val="100000"/>
              </a:lnSpc>
              <a:spcBef>
                <a:spcPts val="747"/>
              </a:spcBef>
              <a:spcAft>
                <a:spcPts val="0"/>
              </a:spcAft>
              <a:buClr>
                <a:schemeClr val="dk1"/>
              </a:buClr>
              <a:buSzPts val="3733"/>
              <a:buFont typeface="Arial"/>
              <a:buChar char="–"/>
              <a:defRPr b="0" i="0" sz="3733" u="none" cap="none" strike="noStrike">
                <a:solidFill>
                  <a:schemeClr val="dk1"/>
                </a:solidFill>
                <a:latin typeface="Verdana"/>
                <a:ea typeface="Verdana"/>
                <a:cs typeface="Verdana"/>
                <a:sym typeface="Verdana"/>
              </a:defRPr>
            </a:lvl2pPr>
            <a:lvl3pPr indent="-431800" lvl="2" marL="1371600" marR="0" rtl="0" algn="l">
              <a:lnSpc>
                <a:spcPct val="100000"/>
              </a:lnSpc>
              <a:spcBef>
                <a:spcPts val="640"/>
              </a:spcBef>
              <a:spcAft>
                <a:spcPts val="0"/>
              </a:spcAft>
              <a:buClr>
                <a:schemeClr val="dk1"/>
              </a:buClr>
              <a:buSzPts val="3200"/>
              <a:buFont typeface="Arial"/>
              <a:buChar char="•"/>
              <a:defRPr b="0" i="0" sz="3200" u="none" cap="none" strike="noStrike">
                <a:solidFill>
                  <a:schemeClr val="dk1"/>
                </a:solidFill>
                <a:latin typeface="Verdana"/>
                <a:ea typeface="Verdana"/>
                <a:cs typeface="Verdana"/>
                <a:sym typeface="Verdana"/>
              </a:defRPr>
            </a:lvl3pPr>
            <a:lvl4pPr indent="-397954" lvl="3" marL="1828800" marR="0" rtl="0" algn="l">
              <a:lnSpc>
                <a:spcPct val="100000"/>
              </a:lnSpc>
              <a:spcBef>
                <a:spcPts val="533"/>
              </a:spcBef>
              <a:spcAft>
                <a:spcPts val="0"/>
              </a:spcAft>
              <a:buClr>
                <a:schemeClr val="dk1"/>
              </a:buClr>
              <a:buSzPts val="2667"/>
              <a:buFont typeface="Arial"/>
              <a:buChar char="–"/>
              <a:defRPr b="0" i="0" sz="2667" u="none" cap="none" strike="noStrike">
                <a:solidFill>
                  <a:schemeClr val="dk1"/>
                </a:solidFill>
                <a:latin typeface="Verdana"/>
                <a:ea typeface="Verdana"/>
                <a:cs typeface="Verdana"/>
                <a:sym typeface="Verdana"/>
              </a:defRPr>
            </a:lvl4pPr>
            <a:lvl5pPr indent="-397954" lvl="4" marL="2286000" marR="0" rtl="0" algn="l">
              <a:lnSpc>
                <a:spcPct val="100000"/>
              </a:lnSpc>
              <a:spcBef>
                <a:spcPts val="533"/>
              </a:spcBef>
              <a:spcAft>
                <a:spcPts val="0"/>
              </a:spcAft>
              <a:buClr>
                <a:schemeClr val="dk1"/>
              </a:buClr>
              <a:buSzPts val="2667"/>
              <a:buFont typeface="Arial"/>
              <a:buChar char="»"/>
              <a:defRPr b="0" i="0" sz="2667" u="none" cap="none" strike="noStrike">
                <a:solidFill>
                  <a:schemeClr val="dk1"/>
                </a:solidFill>
                <a:latin typeface="Verdana"/>
                <a:ea typeface="Verdana"/>
                <a:cs typeface="Verdana"/>
                <a:sym typeface="Verdana"/>
              </a:defRPr>
            </a:lvl5pPr>
            <a:lvl6pPr indent="-397954" lvl="5" marL="2743200" marR="0" rtl="0" algn="l">
              <a:lnSpc>
                <a:spcPct val="100000"/>
              </a:lnSpc>
              <a:spcBef>
                <a:spcPts val="533"/>
              </a:spcBef>
              <a:spcAft>
                <a:spcPts val="0"/>
              </a:spcAft>
              <a:buClr>
                <a:schemeClr val="dk1"/>
              </a:buClr>
              <a:buSzPts val="2667"/>
              <a:buFont typeface="Arial"/>
              <a:buChar char="•"/>
              <a:defRPr b="0" i="0" sz="2667" u="none" cap="none" strike="noStrike">
                <a:solidFill>
                  <a:schemeClr val="dk1"/>
                </a:solidFill>
                <a:latin typeface="Verdana"/>
                <a:ea typeface="Verdana"/>
                <a:cs typeface="Verdana"/>
                <a:sym typeface="Verdana"/>
              </a:defRPr>
            </a:lvl6pPr>
            <a:lvl7pPr indent="-397954" lvl="6" marL="3200400" marR="0" rtl="0" algn="l">
              <a:lnSpc>
                <a:spcPct val="100000"/>
              </a:lnSpc>
              <a:spcBef>
                <a:spcPts val="533"/>
              </a:spcBef>
              <a:spcAft>
                <a:spcPts val="0"/>
              </a:spcAft>
              <a:buClr>
                <a:schemeClr val="dk1"/>
              </a:buClr>
              <a:buSzPts val="2667"/>
              <a:buFont typeface="Arial"/>
              <a:buChar char="•"/>
              <a:defRPr b="0" i="0" sz="2667" u="none" cap="none" strike="noStrike">
                <a:solidFill>
                  <a:schemeClr val="dk1"/>
                </a:solidFill>
                <a:latin typeface="Verdana"/>
                <a:ea typeface="Verdana"/>
                <a:cs typeface="Verdana"/>
                <a:sym typeface="Verdana"/>
              </a:defRPr>
            </a:lvl7pPr>
            <a:lvl8pPr indent="-397954" lvl="7" marL="3657600" marR="0" rtl="0" algn="l">
              <a:lnSpc>
                <a:spcPct val="100000"/>
              </a:lnSpc>
              <a:spcBef>
                <a:spcPts val="533"/>
              </a:spcBef>
              <a:spcAft>
                <a:spcPts val="0"/>
              </a:spcAft>
              <a:buClr>
                <a:schemeClr val="dk1"/>
              </a:buClr>
              <a:buSzPts val="2667"/>
              <a:buFont typeface="Arial"/>
              <a:buChar char="•"/>
              <a:defRPr b="0" i="0" sz="2667" u="none" cap="none" strike="noStrike">
                <a:solidFill>
                  <a:schemeClr val="dk1"/>
                </a:solidFill>
                <a:latin typeface="Verdana"/>
                <a:ea typeface="Verdana"/>
                <a:cs typeface="Verdana"/>
                <a:sym typeface="Verdana"/>
              </a:defRPr>
            </a:lvl8pPr>
            <a:lvl9pPr indent="-397954" lvl="8" marL="4114800" marR="0" rtl="0" algn="l">
              <a:lnSpc>
                <a:spcPct val="100000"/>
              </a:lnSpc>
              <a:spcBef>
                <a:spcPts val="533"/>
              </a:spcBef>
              <a:spcAft>
                <a:spcPts val="0"/>
              </a:spcAft>
              <a:buClr>
                <a:schemeClr val="dk1"/>
              </a:buClr>
              <a:buSzPts val="2667"/>
              <a:buFont typeface="Arial"/>
              <a:buChar char="•"/>
              <a:defRPr b="0" i="0" sz="2667" u="none" cap="none" strike="noStrike">
                <a:solidFill>
                  <a:schemeClr val="dk1"/>
                </a:solidFill>
                <a:latin typeface="Verdana"/>
                <a:ea typeface="Verdana"/>
                <a:cs typeface="Verdana"/>
                <a:sym typeface="Verdana"/>
              </a:defRPr>
            </a:lvl9pPr>
          </a:lstStyle>
          <a:p/>
        </p:txBody>
      </p:sp>
      <p:sp>
        <p:nvSpPr>
          <p:cNvPr id="106" name="Google Shape;106;p38"/>
          <p:cNvSpPr txBox="1"/>
          <p:nvPr>
            <p:ph idx="6" type="body"/>
          </p:nvPr>
        </p:nvSpPr>
        <p:spPr>
          <a:xfrm>
            <a:off x="3238480" y="4327812"/>
            <a:ext cx="2299567" cy="1225938"/>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20000"/>
              </a:lnSpc>
              <a:spcBef>
                <a:spcPts val="0"/>
              </a:spcBef>
              <a:spcAft>
                <a:spcPts val="0"/>
              </a:spcAft>
              <a:buClr>
                <a:srgbClr val="3C3C3C"/>
              </a:buClr>
              <a:buSzPts val="1067"/>
              <a:buFont typeface="Arial"/>
              <a:buNone/>
              <a:defRPr b="0" i="0" sz="1067" u="none" cap="none" strike="noStrike">
                <a:solidFill>
                  <a:srgbClr val="3C3C3C"/>
                </a:solidFill>
                <a:latin typeface="Verdana"/>
                <a:ea typeface="Verdana"/>
                <a:cs typeface="Verdana"/>
                <a:sym typeface="Verdana"/>
              </a:defRPr>
            </a:lvl1pPr>
            <a:lvl2pPr indent="-465645" lvl="1" marL="914400" marR="0" rtl="0" algn="l">
              <a:lnSpc>
                <a:spcPct val="100000"/>
              </a:lnSpc>
              <a:spcBef>
                <a:spcPts val="747"/>
              </a:spcBef>
              <a:spcAft>
                <a:spcPts val="0"/>
              </a:spcAft>
              <a:buClr>
                <a:schemeClr val="dk1"/>
              </a:buClr>
              <a:buSzPts val="3733"/>
              <a:buFont typeface="Arial"/>
              <a:buChar char="–"/>
              <a:defRPr b="0" i="0" sz="3733" u="none" cap="none" strike="noStrike">
                <a:solidFill>
                  <a:schemeClr val="dk1"/>
                </a:solidFill>
                <a:latin typeface="Verdana"/>
                <a:ea typeface="Verdana"/>
                <a:cs typeface="Verdana"/>
                <a:sym typeface="Verdana"/>
              </a:defRPr>
            </a:lvl2pPr>
            <a:lvl3pPr indent="-431800" lvl="2" marL="1371600" marR="0" rtl="0" algn="l">
              <a:lnSpc>
                <a:spcPct val="100000"/>
              </a:lnSpc>
              <a:spcBef>
                <a:spcPts val="640"/>
              </a:spcBef>
              <a:spcAft>
                <a:spcPts val="0"/>
              </a:spcAft>
              <a:buClr>
                <a:schemeClr val="dk1"/>
              </a:buClr>
              <a:buSzPts val="3200"/>
              <a:buFont typeface="Arial"/>
              <a:buChar char="•"/>
              <a:defRPr b="0" i="0" sz="3200" u="none" cap="none" strike="noStrike">
                <a:solidFill>
                  <a:schemeClr val="dk1"/>
                </a:solidFill>
                <a:latin typeface="Verdana"/>
                <a:ea typeface="Verdana"/>
                <a:cs typeface="Verdana"/>
                <a:sym typeface="Verdana"/>
              </a:defRPr>
            </a:lvl3pPr>
            <a:lvl4pPr indent="-397954" lvl="3" marL="1828800" marR="0" rtl="0" algn="l">
              <a:lnSpc>
                <a:spcPct val="100000"/>
              </a:lnSpc>
              <a:spcBef>
                <a:spcPts val="533"/>
              </a:spcBef>
              <a:spcAft>
                <a:spcPts val="0"/>
              </a:spcAft>
              <a:buClr>
                <a:schemeClr val="dk1"/>
              </a:buClr>
              <a:buSzPts val="2667"/>
              <a:buFont typeface="Arial"/>
              <a:buChar char="–"/>
              <a:defRPr b="0" i="0" sz="2667" u="none" cap="none" strike="noStrike">
                <a:solidFill>
                  <a:schemeClr val="dk1"/>
                </a:solidFill>
                <a:latin typeface="Verdana"/>
                <a:ea typeface="Verdana"/>
                <a:cs typeface="Verdana"/>
                <a:sym typeface="Verdana"/>
              </a:defRPr>
            </a:lvl4pPr>
            <a:lvl5pPr indent="-397954" lvl="4" marL="2286000" marR="0" rtl="0" algn="l">
              <a:lnSpc>
                <a:spcPct val="100000"/>
              </a:lnSpc>
              <a:spcBef>
                <a:spcPts val="533"/>
              </a:spcBef>
              <a:spcAft>
                <a:spcPts val="0"/>
              </a:spcAft>
              <a:buClr>
                <a:schemeClr val="dk1"/>
              </a:buClr>
              <a:buSzPts val="2667"/>
              <a:buFont typeface="Arial"/>
              <a:buChar char="»"/>
              <a:defRPr b="0" i="0" sz="2667" u="none" cap="none" strike="noStrike">
                <a:solidFill>
                  <a:schemeClr val="dk1"/>
                </a:solidFill>
                <a:latin typeface="Verdana"/>
                <a:ea typeface="Verdana"/>
                <a:cs typeface="Verdana"/>
                <a:sym typeface="Verdana"/>
              </a:defRPr>
            </a:lvl5pPr>
            <a:lvl6pPr indent="-397954" lvl="5" marL="2743200" marR="0" rtl="0" algn="l">
              <a:lnSpc>
                <a:spcPct val="100000"/>
              </a:lnSpc>
              <a:spcBef>
                <a:spcPts val="533"/>
              </a:spcBef>
              <a:spcAft>
                <a:spcPts val="0"/>
              </a:spcAft>
              <a:buClr>
                <a:schemeClr val="dk1"/>
              </a:buClr>
              <a:buSzPts val="2667"/>
              <a:buFont typeface="Arial"/>
              <a:buChar char="•"/>
              <a:defRPr b="0" i="0" sz="2667" u="none" cap="none" strike="noStrike">
                <a:solidFill>
                  <a:schemeClr val="dk1"/>
                </a:solidFill>
                <a:latin typeface="Verdana"/>
                <a:ea typeface="Verdana"/>
                <a:cs typeface="Verdana"/>
                <a:sym typeface="Verdana"/>
              </a:defRPr>
            </a:lvl6pPr>
            <a:lvl7pPr indent="-397954" lvl="6" marL="3200400" marR="0" rtl="0" algn="l">
              <a:lnSpc>
                <a:spcPct val="100000"/>
              </a:lnSpc>
              <a:spcBef>
                <a:spcPts val="533"/>
              </a:spcBef>
              <a:spcAft>
                <a:spcPts val="0"/>
              </a:spcAft>
              <a:buClr>
                <a:schemeClr val="dk1"/>
              </a:buClr>
              <a:buSzPts val="2667"/>
              <a:buFont typeface="Arial"/>
              <a:buChar char="•"/>
              <a:defRPr b="0" i="0" sz="2667" u="none" cap="none" strike="noStrike">
                <a:solidFill>
                  <a:schemeClr val="dk1"/>
                </a:solidFill>
                <a:latin typeface="Verdana"/>
                <a:ea typeface="Verdana"/>
                <a:cs typeface="Verdana"/>
                <a:sym typeface="Verdana"/>
              </a:defRPr>
            </a:lvl7pPr>
            <a:lvl8pPr indent="-397954" lvl="7" marL="3657600" marR="0" rtl="0" algn="l">
              <a:lnSpc>
                <a:spcPct val="100000"/>
              </a:lnSpc>
              <a:spcBef>
                <a:spcPts val="533"/>
              </a:spcBef>
              <a:spcAft>
                <a:spcPts val="0"/>
              </a:spcAft>
              <a:buClr>
                <a:schemeClr val="dk1"/>
              </a:buClr>
              <a:buSzPts val="2667"/>
              <a:buFont typeface="Arial"/>
              <a:buChar char="•"/>
              <a:defRPr b="0" i="0" sz="2667" u="none" cap="none" strike="noStrike">
                <a:solidFill>
                  <a:schemeClr val="dk1"/>
                </a:solidFill>
                <a:latin typeface="Verdana"/>
                <a:ea typeface="Verdana"/>
                <a:cs typeface="Verdana"/>
                <a:sym typeface="Verdana"/>
              </a:defRPr>
            </a:lvl8pPr>
            <a:lvl9pPr indent="-397954" lvl="8" marL="4114800" marR="0" rtl="0" algn="l">
              <a:lnSpc>
                <a:spcPct val="100000"/>
              </a:lnSpc>
              <a:spcBef>
                <a:spcPts val="533"/>
              </a:spcBef>
              <a:spcAft>
                <a:spcPts val="0"/>
              </a:spcAft>
              <a:buClr>
                <a:schemeClr val="dk1"/>
              </a:buClr>
              <a:buSzPts val="2667"/>
              <a:buFont typeface="Arial"/>
              <a:buChar char="•"/>
              <a:defRPr b="0" i="0" sz="2667" u="none" cap="none" strike="noStrike">
                <a:solidFill>
                  <a:schemeClr val="dk1"/>
                </a:solidFill>
                <a:latin typeface="Verdana"/>
                <a:ea typeface="Verdana"/>
                <a:cs typeface="Verdana"/>
                <a:sym typeface="Verdana"/>
              </a:defRPr>
            </a:lvl9pPr>
          </a:lstStyle>
          <a:p/>
        </p:txBody>
      </p:sp>
      <p:sp>
        <p:nvSpPr>
          <p:cNvPr id="107" name="Google Shape;107;p38"/>
          <p:cNvSpPr/>
          <p:nvPr>
            <p:ph idx="7" type="pic"/>
          </p:nvPr>
        </p:nvSpPr>
        <p:spPr>
          <a:xfrm>
            <a:off x="6167438" y="1893963"/>
            <a:ext cx="1677699" cy="1702839"/>
          </a:xfrm>
          <a:prstGeom prst="rect">
            <a:avLst/>
          </a:prstGeom>
          <a:noFill/>
          <a:ln>
            <a:noFill/>
          </a:ln>
        </p:spPr>
      </p:sp>
      <p:sp>
        <p:nvSpPr>
          <p:cNvPr id="108" name="Google Shape;108;p38"/>
          <p:cNvSpPr txBox="1"/>
          <p:nvPr>
            <p:ph idx="8" type="body"/>
          </p:nvPr>
        </p:nvSpPr>
        <p:spPr>
          <a:xfrm>
            <a:off x="8024826" y="1900680"/>
            <a:ext cx="2442443" cy="392029"/>
          </a:xfrm>
          <a:prstGeom prst="rect">
            <a:avLst/>
          </a:prstGeom>
          <a:noFill/>
          <a:ln>
            <a:noFill/>
          </a:ln>
        </p:spPr>
        <p:txBody>
          <a:bodyPr anchorCtr="0" anchor="ctr" bIns="45700" lIns="91425" spcFirstLastPara="1" rIns="91425" wrap="square" tIns="45700">
            <a:noAutofit/>
          </a:bodyPr>
          <a:lstStyle>
            <a:lvl1pPr indent="-228600" lvl="0" marL="457200" marR="0" rtl="0" algn="l">
              <a:lnSpc>
                <a:spcPct val="120000"/>
              </a:lnSpc>
              <a:spcBef>
                <a:spcPts val="0"/>
              </a:spcBef>
              <a:spcAft>
                <a:spcPts val="0"/>
              </a:spcAft>
              <a:buClr>
                <a:srgbClr val="3C3C3C"/>
              </a:buClr>
              <a:buSzPts val="1600"/>
              <a:buFont typeface="Arial"/>
              <a:buNone/>
              <a:defRPr b="0" i="0" sz="1600" u="none" cap="none" strike="noStrike">
                <a:solidFill>
                  <a:srgbClr val="3C3C3C"/>
                </a:solidFill>
                <a:latin typeface="Verdana"/>
                <a:ea typeface="Verdana"/>
                <a:cs typeface="Verdana"/>
                <a:sym typeface="Verdana"/>
              </a:defRPr>
            </a:lvl1pPr>
            <a:lvl2pPr indent="-465645" lvl="1" marL="914400" marR="0" rtl="0" algn="l">
              <a:lnSpc>
                <a:spcPct val="100000"/>
              </a:lnSpc>
              <a:spcBef>
                <a:spcPts val="747"/>
              </a:spcBef>
              <a:spcAft>
                <a:spcPts val="0"/>
              </a:spcAft>
              <a:buClr>
                <a:schemeClr val="dk1"/>
              </a:buClr>
              <a:buSzPts val="3733"/>
              <a:buFont typeface="Arial"/>
              <a:buChar char="–"/>
              <a:defRPr b="0" i="0" sz="3733" u="none" cap="none" strike="noStrike">
                <a:solidFill>
                  <a:schemeClr val="dk1"/>
                </a:solidFill>
                <a:latin typeface="Verdana"/>
                <a:ea typeface="Verdana"/>
                <a:cs typeface="Verdana"/>
                <a:sym typeface="Verdana"/>
              </a:defRPr>
            </a:lvl2pPr>
            <a:lvl3pPr indent="-431800" lvl="2" marL="1371600" marR="0" rtl="0" algn="l">
              <a:lnSpc>
                <a:spcPct val="100000"/>
              </a:lnSpc>
              <a:spcBef>
                <a:spcPts val="640"/>
              </a:spcBef>
              <a:spcAft>
                <a:spcPts val="0"/>
              </a:spcAft>
              <a:buClr>
                <a:schemeClr val="dk1"/>
              </a:buClr>
              <a:buSzPts val="3200"/>
              <a:buFont typeface="Arial"/>
              <a:buChar char="•"/>
              <a:defRPr b="0" i="0" sz="3200" u="none" cap="none" strike="noStrike">
                <a:solidFill>
                  <a:schemeClr val="dk1"/>
                </a:solidFill>
                <a:latin typeface="Verdana"/>
                <a:ea typeface="Verdana"/>
                <a:cs typeface="Verdana"/>
                <a:sym typeface="Verdana"/>
              </a:defRPr>
            </a:lvl3pPr>
            <a:lvl4pPr indent="-397954" lvl="3" marL="1828800" marR="0" rtl="0" algn="l">
              <a:lnSpc>
                <a:spcPct val="100000"/>
              </a:lnSpc>
              <a:spcBef>
                <a:spcPts val="533"/>
              </a:spcBef>
              <a:spcAft>
                <a:spcPts val="0"/>
              </a:spcAft>
              <a:buClr>
                <a:schemeClr val="dk1"/>
              </a:buClr>
              <a:buSzPts val="2667"/>
              <a:buFont typeface="Arial"/>
              <a:buChar char="–"/>
              <a:defRPr b="0" i="0" sz="2667" u="none" cap="none" strike="noStrike">
                <a:solidFill>
                  <a:schemeClr val="dk1"/>
                </a:solidFill>
                <a:latin typeface="Verdana"/>
                <a:ea typeface="Verdana"/>
                <a:cs typeface="Verdana"/>
                <a:sym typeface="Verdana"/>
              </a:defRPr>
            </a:lvl4pPr>
            <a:lvl5pPr indent="-397954" lvl="4" marL="2286000" marR="0" rtl="0" algn="l">
              <a:lnSpc>
                <a:spcPct val="100000"/>
              </a:lnSpc>
              <a:spcBef>
                <a:spcPts val="533"/>
              </a:spcBef>
              <a:spcAft>
                <a:spcPts val="0"/>
              </a:spcAft>
              <a:buClr>
                <a:schemeClr val="dk1"/>
              </a:buClr>
              <a:buSzPts val="2667"/>
              <a:buFont typeface="Arial"/>
              <a:buChar char="»"/>
              <a:defRPr b="0" i="0" sz="2667" u="none" cap="none" strike="noStrike">
                <a:solidFill>
                  <a:schemeClr val="dk1"/>
                </a:solidFill>
                <a:latin typeface="Verdana"/>
                <a:ea typeface="Verdana"/>
                <a:cs typeface="Verdana"/>
                <a:sym typeface="Verdana"/>
              </a:defRPr>
            </a:lvl5pPr>
            <a:lvl6pPr indent="-397954" lvl="5" marL="2743200" marR="0" rtl="0" algn="l">
              <a:lnSpc>
                <a:spcPct val="100000"/>
              </a:lnSpc>
              <a:spcBef>
                <a:spcPts val="533"/>
              </a:spcBef>
              <a:spcAft>
                <a:spcPts val="0"/>
              </a:spcAft>
              <a:buClr>
                <a:schemeClr val="dk1"/>
              </a:buClr>
              <a:buSzPts val="2667"/>
              <a:buFont typeface="Arial"/>
              <a:buChar char="•"/>
              <a:defRPr b="0" i="0" sz="2667" u="none" cap="none" strike="noStrike">
                <a:solidFill>
                  <a:schemeClr val="dk1"/>
                </a:solidFill>
                <a:latin typeface="Verdana"/>
                <a:ea typeface="Verdana"/>
                <a:cs typeface="Verdana"/>
                <a:sym typeface="Verdana"/>
              </a:defRPr>
            </a:lvl6pPr>
            <a:lvl7pPr indent="-397954" lvl="6" marL="3200400" marR="0" rtl="0" algn="l">
              <a:lnSpc>
                <a:spcPct val="100000"/>
              </a:lnSpc>
              <a:spcBef>
                <a:spcPts val="533"/>
              </a:spcBef>
              <a:spcAft>
                <a:spcPts val="0"/>
              </a:spcAft>
              <a:buClr>
                <a:schemeClr val="dk1"/>
              </a:buClr>
              <a:buSzPts val="2667"/>
              <a:buFont typeface="Arial"/>
              <a:buChar char="•"/>
              <a:defRPr b="0" i="0" sz="2667" u="none" cap="none" strike="noStrike">
                <a:solidFill>
                  <a:schemeClr val="dk1"/>
                </a:solidFill>
                <a:latin typeface="Verdana"/>
                <a:ea typeface="Verdana"/>
                <a:cs typeface="Verdana"/>
                <a:sym typeface="Verdana"/>
              </a:defRPr>
            </a:lvl7pPr>
            <a:lvl8pPr indent="-397954" lvl="7" marL="3657600" marR="0" rtl="0" algn="l">
              <a:lnSpc>
                <a:spcPct val="100000"/>
              </a:lnSpc>
              <a:spcBef>
                <a:spcPts val="533"/>
              </a:spcBef>
              <a:spcAft>
                <a:spcPts val="0"/>
              </a:spcAft>
              <a:buClr>
                <a:schemeClr val="dk1"/>
              </a:buClr>
              <a:buSzPts val="2667"/>
              <a:buFont typeface="Arial"/>
              <a:buChar char="•"/>
              <a:defRPr b="0" i="0" sz="2667" u="none" cap="none" strike="noStrike">
                <a:solidFill>
                  <a:schemeClr val="dk1"/>
                </a:solidFill>
                <a:latin typeface="Verdana"/>
                <a:ea typeface="Verdana"/>
                <a:cs typeface="Verdana"/>
                <a:sym typeface="Verdana"/>
              </a:defRPr>
            </a:lvl8pPr>
            <a:lvl9pPr indent="-397954" lvl="8" marL="4114800" marR="0" rtl="0" algn="l">
              <a:lnSpc>
                <a:spcPct val="100000"/>
              </a:lnSpc>
              <a:spcBef>
                <a:spcPts val="533"/>
              </a:spcBef>
              <a:spcAft>
                <a:spcPts val="0"/>
              </a:spcAft>
              <a:buClr>
                <a:schemeClr val="dk1"/>
              </a:buClr>
              <a:buSzPts val="2667"/>
              <a:buFont typeface="Arial"/>
              <a:buChar char="•"/>
              <a:defRPr b="0" i="0" sz="2667" u="none" cap="none" strike="noStrike">
                <a:solidFill>
                  <a:schemeClr val="dk1"/>
                </a:solidFill>
                <a:latin typeface="Verdana"/>
                <a:ea typeface="Verdana"/>
                <a:cs typeface="Verdana"/>
                <a:sym typeface="Verdana"/>
              </a:defRPr>
            </a:lvl9pPr>
          </a:lstStyle>
          <a:p/>
        </p:txBody>
      </p:sp>
      <p:sp>
        <p:nvSpPr>
          <p:cNvPr id="109" name="Google Shape;109;p38"/>
          <p:cNvSpPr txBox="1"/>
          <p:nvPr>
            <p:ph idx="9" type="body"/>
          </p:nvPr>
        </p:nvSpPr>
        <p:spPr>
          <a:xfrm>
            <a:off x="8024826" y="2370864"/>
            <a:ext cx="2442443" cy="1225938"/>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20000"/>
              </a:lnSpc>
              <a:spcBef>
                <a:spcPts val="0"/>
              </a:spcBef>
              <a:spcAft>
                <a:spcPts val="0"/>
              </a:spcAft>
              <a:buClr>
                <a:srgbClr val="3C3C3C"/>
              </a:buClr>
              <a:buSzPts val="1067"/>
              <a:buFont typeface="Arial"/>
              <a:buNone/>
              <a:defRPr b="0" i="0" sz="1067" u="none" cap="none" strike="noStrike">
                <a:solidFill>
                  <a:srgbClr val="3C3C3C"/>
                </a:solidFill>
                <a:latin typeface="Verdana"/>
                <a:ea typeface="Verdana"/>
                <a:cs typeface="Verdana"/>
                <a:sym typeface="Verdana"/>
              </a:defRPr>
            </a:lvl1pPr>
            <a:lvl2pPr indent="-465645" lvl="1" marL="914400" marR="0" rtl="0" algn="l">
              <a:lnSpc>
                <a:spcPct val="100000"/>
              </a:lnSpc>
              <a:spcBef>
                <a:spcPts val="747"/>
              </a:spcBef>
              <a:spcAft>
                <a:spcPts val="0"/>
              </a:spcAft>
              <a:buClr>
                <a:schemeClr val="dk1"/>
              </a:buClr>
              <a:buSzPts val="3733"/>
              <a:buFont typeface="Arial"/>
              <a:buChar char="–"/>
              <a:defRPr b="0" i="0" sz="3733" u="none" cap="none" strike="noStrike">
                <a:solidFill>
                  <a:schemeClr val="dk1"/>
                </a:solidFill>
                <a:latin typeface="Verdana"/>
                <a:ea typeface="Verdana"/>
                <a:cs typeface="Verdana"/>
                <a:sym typeface="Verdana"/>
              </a:defRPr>
            </a:lvl2pPr>
            <a:lvl3pPr indent="-431800" lvl="2" marL="1371600" marR="0" rtl="0" algn="l">
              <a:lnSpc>
                <a:spcPct val="100000"/>
              </a:lnSpc>
              <a:spcBef>
                <a:spcPts val="640"/>
              </a:spcBef>
              <a:spcAft>
                <a:spcPts val="0"/>
              </a:spcAft>
              <a:buClr>
                <a:schemeClr val="dk1"/>
              </a:buClr>
              <a:buSzPts val="3200"/>
              <a:buFont typeface="Arial"/>
              <a:buChar char="•"/>
              <a:defRPr b="0" i="0" sz="3200" u="none" cap="none" strike="noStrike">
                <a:solidFill>
                  <a:schemeClr val="dk1"/>
                </a:solidFill>
                <a:latin typeface="Verdana"/>
                <a:ea typeface="Verdana"/>
                <a:cs typeface="Verdana"/>
                <a:sym typeface="Verdana"/>
              </a:defRPr>
            </a:lvl3pPr>
            <a:lvl4pPr indent="-397954" lvl="3" marL="1828800" marR="0" rtl="0" algn="l">
              <a:lnSpc>
                <a:spcPct val="100000"/>
              </a:lnSpc>
              <a:spcBef>
                <a:spcPts val="533"/>
              </a:spcBef>
              <a:spcAft>
                <a:spcPts val="0"/>
              </a:spcAft>
              <a:buClr>
                <a:schemeClr val="dk1"/>
              </a:buClr>
              <a:buSzPts val="2667"/>
              <a:buFont typeface="Arial"/>
              <a:buChar char="–"/>
              <a:defRPr b="0" i="0" sz="2667" u="none" cap="none" strike="noStrike">
                <a:solidFill>
                  <a:schemeClr val="dk1"/>
                </a:solidFill>
                <a:latin typeface="Verdana"/>
                <a:ea typeface="Verdana"/>
                <a:cs typeface="Verdana"/>
                <a:sym typeface="Verdana"/>
              </a:defRPr>
            </a:lvl4pPr>
            <a:lvl5pPr indent="-397954" lvl="4" marL="2286000" marR="0" rtl="0" algn="l">
              <a:lnSpc>
                <a:spcPct val="100000"/>
              </a:lnSpc>
              <a:spcBef>
                <a:spcPts val="533"/>
              </a:spcBef>
              <a:spcAft>
                <a:spcPts val="0"/>
              </a:spcAft>
              <a:buClr>
                <a:schemeClr val="dk1"/>
              </a:buClr>
              <a:buSzPts val="2667"/>
              <a:buFont typeface="Arial"/>
              <a:buChar char="»"/>
              <a:defRPr b="0" i="0" sz="2667" u="none" cap="none" strike="noStrike">
                <a:solidFill>
                  <a:schemeClr val="dk1"/>
                </a:solidFill>
                <a:latin typeface="Verdana"/>
                <a:ea typeface="Verdana"/>
                <a:cs typeface="Verdana"/>
                <a:sym typeface="Verdana"/>
              </a:defRPr>
            </a:lvl5pPr>
            <a:lvl6pPr indent="-397954" lvl="5" marL="2743200" marR="0" rtl="0" algn="l">
              <a:lnSpc>
                <a:spcPct val="100000"/>
              </a:lnSpc>
              <a:spcBef>
                <a:spcPts val="533"/>
              </a:spcBef>
              <a:spcAft>
                <a:spcPts val="0"/>
              </a:spcAft>
              <a:buClr>
                <a:schemeClr val="dk1"/>
              </a:buClr>
              <a:buSzPts val="2667"/>
              <a:buFont typeface="Arial"/>
              <a:buChar char="•"/>
              <a:defRPr b="0" i="0" sz="2667" u="none" cap="none" strike="noStrike">
                <a:solidFill>
                  <a:schemeClr val="dk1"/>
                </a:solidFill>
                <a:latin typeface="Verdana"/>
                <a:ea typeface="Verdana"/>
                <a:cs typeface="Verdana"/>
                <a:sym typeface="Verdana"/>
              </a:defRPr>
            </a:lvl6pPr>
            <a:lvl7pPr indent="-397954" lvl="6" marL="3200400" marR="0" rtl="0" algn="l">
              <a:lnSpc>
                <a:spcPct val="100000"/>
              </a:lnSpc>
              <a:spcBef>
                <a:spcPts val="533"/>
              </a:spcBef>
              <a:spcAft>
                <a:spcPts val="0"/>
              </a:spcAft>
              <a:buClr>
                <a:schemeClr val="dk1"/>
              </a:buClr>
              <a:buSzPts val="2667"/>
              <a:buFont typeface="Arial"/>
              <a:buChar char="•"/>
              <a:defRPr b="0" i="0" sz="2667" u="none" cap="none" strike="noStrike">
                <a:solidFill>
                  <a:schemeClr val="dk1"/>
                </a:solidFill>
                <a:latin typeface="Verdana"/>
                <a:ea typeface="Verdana"/>
                <a:cs typeface="Verdana"/>
                <a:sym typeface="Verdana"/>
              </a:defRPr>
            </a:lvl7pPr>
            <a:lvl8pPr indent="-397954" lvl="7" marL="3657600" marR="0" rtl="0" algn="l">
              <a:lnSpc>
                <a:spcPct val="100000"/>
              </a:lnSpc>
              <a:spcBef>
                <a:spcPts val="533"/>
              </a:spcBef>
              <a:spcAft>
                <a:spcPts val="0"/>
              </a:spcAft>
              <a:buClr>
                <a:schemeClr val="dk1"/>
              </a:buClr>
              <a:buSzPts val="2667"/>
              <a:buFont typeface="Arial"/>
              <a:buChar char="•"/>
              <a:defRPr b="0" i="0" sz="2667" u="none" cap="none" strike="noStrike">
                <a:solidFill>
                  <a:schemeClr val="dk1"/>
                </a:solidFill>
                <a:latin typeface="Verdana"/>
                <a:ea typeface="Verdana"/>
                <a:cs typeface="Verdana"/>
                <a:sym typeface="Verdana"/>
              </a:defRPr>
            </a:lvl8pPr>
            <a:lvl9pPr indent="-397954" lvl="8" marL="4114800" marR="0" rtl="0" algn="l">
              <a:lnSpc>
                <a:spcPct val="100000"/>
              </a:lnSpc>
              <a:spcBef>
                <a:spcPts val="533"/>
              </a:spcBef>
              <a:spcAft>
                <a:spcPts val="0"/>
              </a:spcAft>
              <a:buClr>
                <a:schemeClr val="dk1"/>
              </a:buClr>
              <a:buSzPts val="2667"/>
              <a:buFont typeface="Arial"/>
              <a:buChar char="•"/>
              <a:defRPr b="0" i="0" sz="2667" u="none" cap="none" strike="noStrike">
                <a:solidFill>
                  <a:schemeClr val="dk1"/>
                </a:solidFill>
                <a:latin typeface="Verdana"/>
                <a:ea typeface="Verdana"/>
                <a:cs typeface="Verdana"/>
                <a:sym typeface="Verdana"/>
              </a:defRPr>
            </a:lvl9pPr>
          </a:lstStyle>
          <a:p/>
        </p:txBody>
      </p:sp>
      <p:sp>
        <p:nvSpPr>
          <p:cNvPr id="110" name="Google Shape;110;p38"/>
          <p:cNvSpPr/>
          <p:nvPr>
            <p:ph idx="13" type="pic"/>
          </p:nvPr>
        </p:nvSpPr>
        <p:spPr>
          <a:xfrm>
            <a:off x="6167438" y="3864345"/>
            <a:ext cx="1677699" cy="1702839"/>
          </a:xfrm>
          <a:prstGeom prst="rect">
            <a:avLst/>
          </a:prstGeom>
          <a:solidFill>
            <a:schemeClr val="lt1">
              <a:alpha val="0"/>
            </a:schemeClr>
          </a:solidFill>
          <a:ln>
            <a:noFill/>
          </a:ln>
        </p:spPr>
      </p:sp>
      <p:sp>
        <p:nvSpPr>
          <p:cNvPr id="111" name="Google Shape;111;p38"/>
          <p:cNvSpPr txBox="1"/>
          <p:nvPr>
            <p:ph idx="14" type="body"/>
          </p:nvPr>
        </p:nvSpPr>
        <p:spPr>
          <a:xfrm>
            <a:off x="8024826" y="3864345"/>
            <a:ext cx="2442443" cy="392029"/>
          </a:xfrm>
          <a:prstGeom prst="rect">
            <a:avLst/>
          </a:prstGeom>
          <a:noFill/>
          <a:ln>
            <a:noFill/>
          </a:ln>
        </p:spPr>
        <p:txBody>
          <a:bodyPr anchorCtr="0" anchor="ctr" bIns="45700" lIns="91425" spcFirstLastPara="1" rIns="91425" wrap="square" tIns="45700">
            <a:noAutofit/>
          </a:bodyPr>
          <a:lstStyle>
            <a:lvl1pPr indent="-228600" lvl="0" marL="457200" marR="0" rtl="0" algn="l">
              <a:lnSpc>
                <a:spcPct val="120000"/>
              </a:lnSpc>
              <a:spcBef>
                <a:spcPts val="0"/>
              </a:spcBef>
              <a:spcAft>
                <a:spcPts val="0"/>
              </a:spcAft>
              <a:buClr>
                <a:srgbClr val="3C3C3C"/>
              </a:buClr>
              <a:buSzPts val="1600"/>
              <a:buFont typeface="Arial"/>
              <a:buNone/>
              <a:defRPr b="0" i="0" sz="1600" u="none" cap="none" strike="noStrike">
                <a:solidFill>
                  <a:srgbClr val="3C3C3C"/>
                </a:solidFill>
                <a:latin typeface="Verdana"/>
                <a:ea typeface="Verdana"/>
                <a:cs typeface="Verdana"/>
                <a:sym typeface="Verdana"/>
              </a:defRPr>
            </a:lvl1pPr>
            <a:lvl2pPr indent="-465645" lvl="1" marL="914400" marR="0" rtl="0" algn="l">
              <a:lnSpc>
                <a:spcPct val="100000"/>
              </a:lnSpc>
              <a:spcBef>
                <a:spcPts val="747"/>
              </a:spcBef>
              <a:spcAft>
                <a:spcPts val="0"/>
              </a:spcAft>
              <a:buClr>
                <a:schemeClr val="dk1"/>
              </a:buClr>
              <a:buSzPts val="3733"/>
              <a:buFont typeface="Arial"/>
              <a:buChar char="–"/>
              <a:defRPr b="0" i="0" sz="3733" u="none" cap="none" strike="noStrike">
                <a:solidFill>
                  <a:schemeClr val="dk1"/>
                </a:solidFill>
                <a:latin typeface="Verdana"/>
                <a:ea typeface="Verdana"/>
                <a:cs typeface="Verdana"/>
                <a:sym typeface="Verdana"/>
              </a:defRPr>
            </a:lvl2pPr>
            <a:lvl3pPr indent="-431800" lvl="2" marL="1371600" marR="0" rtl="0" algn="l">
              <a:lnSpc>
                <a:spcPct val="100000"/>
              </a:lnSpc>
              <a:spcBef>
                <a:spcPts val="640"/>
              </a:spcBef>
              <a:spcAft>
                <a:spcPts val="0"/>
              </a:spcAft>
              <a:buClr>
                <a:schemeClr val="dk1"/>
              </a:buClr>
              <a:buSzPts val="3200"/>
              <a:buFont typeface="Arial"/>
              <a:buChar char="•"/>
              <a:defRPr b="0" i="0" sz="3200" u="none" cap="none" strike="noStrike">
                <a:solidFill>
                  <a:schemeClr val="dk1"/>
                </a:solidFill>
                <a:latin typeface="Verdana"/>
                <a:ea typeface="Verdana"/>
                <a:cs typeface="Verdana"/>
                <a:sym typeface="Verdana"/>
              </a:defRPr>
            </a:lvl3pPr>
            <a:lvl4pPr indent="-397954" lvl="3" marL="1828800" marR="0" rtl="0" algn="l">
              <a:lnSpc>
                <a:spcPct val="100000"/>
              </a:lnSpc>
              <a:spcBef>
                <a:spcPts val="533"/>
              </a:spcBef>
              <a:spcAft>
                <a:spcPts val="0"/>
              </a:spcAft>
              <a:buClr>
                <a:schemeClr val="dk1"/>
              </a:buClr>
              <a:buSzPts val="2667"/>
              <a:buFont typeface="Arial"/>
              <a:buChar char="–"/>
              <a:defRPr b="0" i="0" sz="2667" u="none" cap="none" strike="noStrike">
                <a:solidFill>
                  <a:schemeClr val="dk1"/>
                </a:solidFill>
                <a:latin typeface="Verdana"/>
                <a:ea typeface="Verdana"/>
                <a:cs typeface="Verdana"/>
                <a:sym typeface="Verdana"/>
              </a:defRPr>
            </a:lvl4pPr>
            <a:lvl5pPr indent="-397954" lvl="4" marL="2286000" marR="0" rtl="0" algn="l">
              <a:lnSpc>
                <a:spcPct val="100000"/>
              </a:lnSpc>
              <a:spcBef>
                <a:spcPts val="533"/>
              </a:spcBef>
              <a:spcAft>
                <a:spcPts val="0"/>
              </a:spcAft>
              <a:buClr>
                <a:schemeClr val="dk1"/>
              </a:buClr>
              <a:buSzPts val="2667"/>
              <a:buFont typeface="Arial"/>
              <a:buChar char="»"/>
              <a:defRPr b="0" i="0" sz="2667" u="none" cap="none" strike="noStrike">
                <a:solidFill>
                  <a:schemeClr val="dk1"/>
                </a:solidFill>
                <a:latin typeface="Verdana"/>
                <a:ea typeface="Verdana"/>
                <a:cs typeface="Verdana"/>
                <a:sym typeface="Verdana"/>
              </a:defRPr>
            </a:lvl5pPr>
            <a:lvl6pPr indent="-397954" lvl="5" marL="2743200" marR="0" rtl="0" algn="l">
              <a:lnSpc>
                <a:spcPct val="100000"/>
              </a:lnSpc>
              <a:spcBef>
                <a:spcPts val="533"/>
              </a:spcBef>
              <a:spcAft>
                <a:spcPts val="0"/>
              </a:spcAft>
              <a:buClr>
                <a:schemeClr val="dk1"/>
              </a:buClr>
              <a:buSzPts val="2667"/>
              <a:buFont typeface="Arial"/>
              <a:buChar char="•"/>
              <a:defRPr b="0" i="0" sz="2667" u="none" cap="none" strike="noStrike">
                <a:solidFill>
                  <a:schemeClr val="dk1"/>
                </a:solidFill>
                <a:latin typeface="Verdana"/>
                <a:ea typeface="Verdana"/>
                <a:cs typeface="Verdana"/>
                <a:sym typeface="Verdana"/>
              </a:defRPr>
            </a:lvl6pPr>
            <a:lvl7pPr indent="-397954" lvl="6" marL="3200400" marR="0" rtl="0" algn="l">
              <a:lnSpc>
                <a:spcPct val="100000"/>
              </a:lnSpc>
              <a:spcBef>
                <a:spcPts val="533"/>
              </a:spcBef>
              <a:spcAft>
                <a:spcPts val="0"/>
              </a:spcAft>
              <a:buClr>
                <a:schemeClr val="dk1"/>
              </a:buClr>
              <a:buSzPts val="2667"/>
              <a:buFont typeface="Arial"/>
              <a:buChar char="•"/>
              <a:defRPr b="0" i="0" sz="2667" u="none" cap="none" strike="noStrike">
                <a:solidFill>
                  <a:schemeClr val="dk1"/>
                </a:solidFill>
                <a:latin typeface="Verdana"/>
                <a:ea typeface="Verdana"/>
                <a:cs typeface="Verdana"/>
                <a:sym typeface="Verdana"/>
              </a:defRPr>
            </a:lvl7pPr>
            <a:lvl8pPr indent="-397954" lvl="7" marL="3657600" marR="0" rtl="0" algn="l">
              <a:lnSpc>
                <a:spcPct val="100000"/>
              </a:lnSpc>
              <a:spcBef>
                <a:spcPts val="533"/>
              </a:spcBef>
              <a:spcAft>
                <a:spcPts val="0"/>
              </a:spcAft>
              <a:buClr>
                <a:schemeClr val="dk1"/>
              </a:buClr>
              <a:buSzPts val="2667"/>
              <a:buFont typeface="Arial"/>
              <a:buChar char="•"/>
              <a:defRPr b="0" i="0" sz="2667" u="none" cap="none" strike="noStrike">
                <a:solidFill>
                  <a:schemeClr val="dk1"/>
                </a:solidFill>
                <a:latin typeface="Verdana"/>
                <a:ea typeface="Verdana"/>
                <a:cs typeface="Verdana"/>
                <a:sym typeface="Verdana"/>
              </a:defRPr>
            </a:lvl8pPr>
            <a:lvl9pPr indent="-397954" lvl="8" marL="4114800" marR="0" rtl="0" algn="l">
              <a:lnSpc>
                <a:spcPct val="100000"/>
              </a:lnSpc>
              <a:spcBef>
                <a:spcPts val="533"/>
              </a:spcBef>
              <a:spcAft>
                <a:spcPts val="0"/>
              </a:spcAft>
              <a:buClr>
                <a:schemeClr val="dk1"/>
              </a:buClr>
              <a:buSzPts val="2667"/>
              <a:buFont typeface="Arial"/>
              <a:buChar char="•"/>
              <a:defRPr b="0" i="0" sz="2667" u="none" cap="none" strike="noStrike">
                <a:solidFill>
                  <a:schemeClr val="dk1"/>
                </a:solidFill>
                <a:latin typeface="Verdana"/>
                <a:ea typeface="Verdana"/>
                <a:cs typeface="Verdana"/>
                <a:sym typeface="Verdana"/>
              </a:defRPr>
            </a:lvl9pPr>
          </a:lstStyle>
          <a:p/>
        </p:txBody>
      </p:sp>
      <p:sp>
        <p:nvSpPr>
          <p:cNvPr id="112" name="Google Shape;112;p38"/>
          <p:cNvSpPr txBox="1"/>
          <p:nvPr>
            <p:ph idx="15" type="body"/>
          </p:nvPr>
        </p:nvSpPr>
        <p:spPr>
          <a:xfrm>
            <a:off x="8024826" y="4334529"/>
            <a:ext cx="2442443" cy="1225938"/>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20000"/>
              </a:lnSpc>
              <a:spcBef>
                <a:spcPts val="0"/>
              </a:spcBef>
              <a:spcAft>
                <a:spcPts val="0"/>
              </a:spcAft>
              <a:buClr>
                <a:srgbClr val="3C3C3C"/>
              </a:buClr>
              <a:buSzPts val="1067"/>
              <a:buFont typeface="Arial"/>
              <a:buNone/>
              <a:defRPr b="0" i="0" sz="1067" u="none" cap="none" strike="noStrike">
                <a:solidFill>
                  <a:srgbClr val="3C3C3C"/>
                </a:solidFill>
                <a:latin typeface="Verdana"/>
                <a:ea typeface="Verdana"/>
                <a:cs typeface="Verdana"/>
                <a:sym typeface="Verdana"/>
              </a:defRPr>
            </a:lvl1pPr>
            <a:lvl2pPr indent="-465645" lvl="1" marL="914400" marR="0" rtl="0" algn="l">
              <a:lnSpc>
                <a:spcPct val="100000"/>
              </a:lnSpc>
              <a:spcBef>
                <a:spcPts val="747"/>
              </a:spcBef>
              <a:spcAft>
                <a:spcPts val="0"/>
              </a:spcAft>
              <a:buClr>
                <a:schemeClr val="dk1"/>
              </a:buClr>
              <a:buSzPts val="3733"/>
              <a:buFont typeface="Arial"/>
              <a:buChar char="–"/>
              <a:defRPr b="0" i="0" sz="3733" u="none" cap="none" strike="noStrike">
                <a:solidFill>
                  <a:schemeClr val="dk1"/>
                </a:solidFill>
                <a:latin typeface="Verdana"/>
                <a:ea typeface="Verdana"/>
                <a:cs typeface="Verdana"/>
                <a:sym typeface="Verdana"/>
              </a:defRPr>
            </a:lvl2pPr>
            <a:lvl3pPr indent="-431800" lvl="2" marL="1371600" marR="0" rtl="0" algn="l">
              <a:lnSpc>
                <a:spcPct val="100000"/>
              </a:lnSpc>
              <a:spcBef>
                <a:spcPts val="640"/>
              </a:spcBef>
              <a:spcAft>
                <a:spcPts val="0"/>
              </a:spcAft>
              <a:buClr>
                <a:schemeClr val="dk1"/>
              </a:buClr>
              <a:buSzPts val="3200"/>
              <a:buFont typeface="Arial"/>
              <a:buChar char="•"/>
              <a:defRPr b="0" i="0" sz="3200" u="none" cap="none" strike="noStrike">
                <a:solidFill>
                  <a:schemeClr val="dk1"/>
                </a:solidFill>
                <a:latin typeface="Verdana"/>
                <a:ea typeface="Verdana"/>
                <a:cs typeface="Verdana"/>
                <a:sym typeface="Verdana"/>
              </a:defRPr>
            </a:lvl3pPr>
            <a:lvl4pPr indent="-397954" lvl="3" marL="1828800" marR="0" rtl="0" algn="l">
              <a:lnSpc>
                <a:spcPct val="100000"/>
              </a:lnSpc>
              <a:spcBef>
                <a:spcPts val="533"/>
              </a:spcBef>
              <a:spcAft>
                <a:spcPts val="0"/>
              </a:spcAft>
              <a:buClr>
                <a:schemeClr val="dk1"/>
              </a:buClr>
              <a:buSzPts val="2667"/>
              <a:buFont typeface="Arial"/>
              <a:buChar char="–"/>
              <a:defRPr b="0" i="0" sz="2667" u="none" cap="none" strike="noStrike">
                <a:solidFill>
                  <a:schemeClr val="dk1"/>
                </a:solidFill>
                <a:latin typeface="Verdana"/>
                <a:ea typeface="Verdana"/>
                <a:cs typeface="Verdana"/>
                <a:sym typeface="Verdana"/>
              </a:defRPr>
            </a:lvl4pPr>
            <a:lvl5pPr indent="-397954" lvl="4" marL="2286000" marR="0" rtl="0" algn="l">
              <a:lnSpc>
                <a:spcPct val="100000"/>
              </a:lnSpc>
              <a:spcBef>
                <a:spcPts val="533"/>
              </a:spcBef>
              <a:spcAft>
                <a:spcPts val="0"/>
              </a:spcAft>
              <a:buClr>
                <a:schemeClr val="dk1"/>
              </a:buClr>
              <a:buSzPts val="2667"/>
              <a:buFont typeface="Arial"/>
              <a:buChar char="»"/>
              <a:defRPr b="0" i="0" sz="2667" u="none" cap="none" strike="noStrike">
                <a:solidFill>
                  <a:schemeClr val="dk1"/>
                </a:solidFill>
                <a:latin typeface="Verdana"/>
                <a:ea typeface="Verdana"/>
                <a:cs typeface="Verdana"/>
                <a:sym typeface="Verdana"/>
              </a:defRPr>
            </a:lvl5pPr>
            <a:lvl6pPr indent="-397954" lvl="5" marL="2743200" marR="0" rtl="0" algn="l">
              <a:lnSpc>
                <a:spcPct val="100000"/>
              </a:lnSpc>
              <a:spcBef>
                <a:spcPts val="533"/>
              </a:spcBef>
              <a:spcAft>
                <a:spcPts val="0"/>
              </a:spcAft>
              <a:buClr>
                <a:schemeClr val="dk1"/>
              </a:buClr>
              <a:buSzPts val="2667"/>
              <a:buFont typeface="Arial"/>
              <a:buChar char="•"/>
              <a:defRPr b="0" i="0" sz="2667" u="none" cap="none" strike="noStrike">
                <a:solidFill>
                  <a:schemeClr val="dk1"/>
                </a:solidFill>
                <a:latin typeface="Verdana"/>
                <a:ea typeface="Verdana"/>
                <a:cs typeface="Verdana"/>
                <a:sym typeface="Verdana"/>
              </a:defRPr>
            </a:lvl6pPr>
            <a:lvl7pPr indent="-397954" lvl="6" marL="3200400" marR="0" rtl="0" algn="l">
              <a:lnSpc>
                <a:spcPct val="100000"/>
              </a:lnSpc>
              <a:spcBef>
                <a:spcPts val="533"/>
              </a:spcBef>
              <a:spcAft>
                <a:spcPts val="0"/>
              </a:spcAft>
              <a:buClr>
                <a:schemeClr val="dk1"/>
              </a:buClr>
              <a:buSzPts val="2667"/>
              <a:buFont typeface="Arial"/>
              <a:buChar char="•"/>
              <a:defRPr b="0" i="0" sz="2667" u="none" cap="none" strike="noStrike">
                <a:solidFill>
                  <a:schemeClr val="dk1"/>
                </a:solidFill>
                <a:latin typeface="Verdana"/>
                <a:ea typeface="Verdana"/>
                <a:cs typeface="Verdana"/>
                <a:sym typeface="Verdana"/>
              </a:defRPr>
            </a:lvl7pPr>
            <a:lvl8pPr indent="-397954" lvl="7" marL="3657600" marR="0" rtl="0" algn="l">
              <a:lnSpc>
                <a:spcPct val="100000"/>
              </a:lnSpc>
              <a:spcBef>
                <a:spcPts val="533"/>
              </a:spcBef>
              <a:spcAft>
                <a:spcPts val="0"/>
              </a:spcAft>
              <a:buClr>
                <a:schemeClr val="dk1"/>
              </a:buClr>
              <a:buSzPts val="2667"/>
              <a:buFont typeface="Arial"/>
              <a:buChar char="•"/>
              <a:defRPr b="0" i="0" sz="2667" u="none" cap="none" strike="noStrike">
                <a:solidFill>
                  <a:schemeClr val="dk1"/>
                </a:solidFill>
                <a:latin typeface="Verdana"/>
                <a:ea typeface="Verdana"/>
                <a:cs typeface="Verdana"/>
                <a:sym typeface="Verdana"/>
              </a:defRPr>
            </a:lvl8pPr>
            <a:lvl9pPr indent="-397954" lvl="8" marL="4114800" marR="0" rtl="0" algn="l">
              <a:lnSpc>
                <a:spcPct val="100000"/>
              </a:lnSpc>
              <a:spcBef>
                <a:spcPts val="533"/>
              </a:spcBef>
              <a:spcAft>
                <a:spcPts val="0"/>
              </a:spcAft>
              <a:buClr>
                <a:schemeClr val="dk1"/>
              </a:buClr>
              <a:buSzPts val="2667"/>
              <a:buFont typeface="Arial"/>
              <a:buChar char="•"/>
              <a:defRPr b="0" i="0" sz="2667" u="none" cap="none" strike="noStrike">
                <a:solidFill>
                  <a:schemeClr val="dk1"/>
                </a:solidFill>
                <a:latin typeface="Verdana"/>
                <a:ea typeface="Verdana"/>
                <a:cs typeface="Verdana"/>
                <a:sym typeface="Verdana"/>
              </a:defRPr>
            </a:lvl9pPr>
          </a:lstStyle>
          <a:p/>
        </p:txBody>
      </p:sp>
      <p:sp>
        <p:nvSpPr>
          <p:cNvPr id="113" name="Google Shape;113;p38"/>
          <p:cNvSpPr txBox="1"/>
          <p:nvPr>
            <p:ph idx="16" type="body"/>
          </p:nvPr>
        </p:nvSpPr>
        <p:spPr>
          <a:xfrm>
            <a:off x="1126884" y="548680"/>
            <a:ext cx="9255382" cy="604400"/>
          </a:xfrm>
          <a:prstGeom prst="rect">
            <a:avLst/>
          </a:prstGeom>
          <a:noFill/>
          <a:ln>
            <a:noFill/>
          </a:ln>
        </p:spPr>
        <p:txBody>
          <a:bodyPr anchorCtr="0" anchor="ctr" bIns="45700" lIns="91425" spcFirstLastPara="1" rIns="91425" wrap="square" tIns="45700">
            <a:noAutofit/>
          </a:bodyPr>
          <a:lstStyle>
            <a:lvl1pPr indent="-228600" lvl="0" marL="457200" marR="0" rtl="0" algn="l">
              <a:lnSpc>
                <a:spcPct val="100000"/>
              </a:lnSpc>
              <a:spcBef>
                <a:spcPts val="0"/>
              </a:spcBef>
              <a:spcAft>
                <a:spcPts val="0"/>
              </a:spcAft>
              <a:buClr>
                <a:schemeClr val="lt1"/>
              </a:buClr>
              <a:buSzPts val="2933"/>
              <a:buFont typeface="Arial"/>
              <a:buNone/>
              <a:defRPr b="1" i="0" sz="2933" u="none" cap="none" strike="noStrike">
                <a:solidFill>
                  <a:schemeClr val="lt1"/>
                </a:solidFill>
                <a:latin typeface="Verdana"/>
                <a:ea typeface="Verdana"/>
                <a:cs typeface="Verdana"/>
                <a:sym typeface="Verdana"/>
              </a:defRPr>
            </a:lvl1pPr>
            <a:lvl2pPr indent="-465645" lvl="1" marL="914400" marR="0" rtl="0" algn="l">
              <a:lnSpc>
                <a:spcPct val="100000"/>
              </a:lnSpc>
              <a:spcBef>
                <a:spcPts val="747"/>
              </a:spcBef>
              <a:spcAft>
                <a:spcPts val="0"/>
              </a:spcAft>
              <a:buClr>
                <a:schemeClr val="dk1"/>
              </a:buClr>
              <a:buSzPts val="3733"/>
              <a:buFont typeface="Arial"/>
              <a:buChar char="–"/>
              <a:defRPr b="0" i="0" sz="3733" u="none" cap="none" strike="noStrike">
                <a:solidFill>
                  <a:schemeClr val="dk1"/>
                </a:solidFill>
                <a:latin typeface="Verdana"/>
                <a:ea typeface="Verdana"/>
                <a:cs typeface="Verdana"/>
                <a:sym typeface="Verdana"/>
              </a:defRPr>
            </a:lvl2pPr>
            <a:lvl3pPr indent="-431800" lvl="2" marL="1371600" marR="0" rtl="0" algn="l">
              <a:lnSpc>
                <a:spcPct val="100000"/>
              </a:lnSpc>
              <a:spcBef>
                <a:spcPts val="640"/>
              </a:spcBef>
              <a:spcAft>
                <a:spcPts val="0"/>
              </a:spcAft>
              <a:buClr>
                <a:schemeClr val="dk1"/>
              </a:buClr>
              <a:buSzPts val="3200"/>
              <a:buFont typeface="Arial"/>
              <a:buChar char="•"/>
              <a:defRPr b="0" i="0" sz="3200" u="none" cap="none" strike="noStrike">
                <a:solidFill>
                  <a:schemeClr val="dk1"/>
                </a:solidFill>
                <a:latin typeface="Verdana"/>
                <a:ea typeface="Verdana"/>
                <a:cs typeface="Verdana"/>
                <a:sym typeface="Verdana"/>
              </a:defRPr>
            </a:lvl3pPr>
            <a:lvl4pPr indent="-397954" lvl="3" marL="1828800" marR="0" rtl="0" algn="l">
              <a:lnSpc>
                <a:spcPct val="100000"/>
              </a:lnSpc>
              <a:spcBef>
                <a:spcPts val="533"/>
              </a:spcBef>
              <a:spcAft>
                <a:spcPts val="0"/>
              </a:spcAft>
              <a:buClr>
                <a:schemeClr val="dk1"/>
              </a:buClr>
              <a:buSzPts val="2667"/>
              <a:buFont typeface="Arial"/>
              <a:buChar char="–"/>
              <a:defRPr b="0" i="0" sz="2667" u="none" cap="none" strike="noStrike">
                <a:solidFill>
                  <a:schemeClr val="dk1"/>
                </a:solidFill>
                <a:latin typeface="Verdana"/>
                <a:ea typeface="Verdana"/>
                <a:cs typeface="Verdana"/>
                <a:sym typeface="Verdana"/>
              </a:defRPr>
            </a:lvl4pPr>
            <a:lvl5pPr indent="-397954" lvl="4" marL="2286000" marR="0" rtl="0" algn="l">
              <a:lnSpc>
                <a:spcPct val="100000"/>
              </a:lnSpc>
              <a:spcBef>
                <a:spcPts val="533"/>
              </a:spcBef>
              <a:spcAft>
                <a:spcPts val="0"/>
              </a:spcAft>
              <a:buClr>
                <a:schemeClr val="dk1"/>
              </a:buClr>
              <a:buSzPts val="2667"/>
              <a:buFont typeface="Arial"/>
              <a:buChar char="»"/>
              <a:defRPr b="0" i="0" sz="2667" u="none" cap="none" strike="noStrike">
                <a:solidFill>
                  <a:schemeClr val="dk1"/>
                </a:solidFill>
                <a:latin typeface="Verdana"/>
                <a:ea typeface="Verdana"/>
                <a:cs typeface="Verdana"/>
                <a:sym typeface="Verdana"/>
              </a:defRPr>
            </a:lvl5pPr>
            <a:lvl6pPr indent="-397954" lvl="5" marL="2743200" marR="0" rtl="0" algn="l">
              <a:lnSpc>
                <a:spcPct val="100000"/>
              </a:lnSpc>
              <a:spcBef>
                <a:spcPts val="533"/>
              </a:spcBef>
              <a:spcAft>
                <a:spcPts val="0"/>
              </a:spcAft>
              <a:buClr>
                <a:schemeClr val="dk1"/>
              </a:buClr>
              <a:buSzPts val="2667"/>
              <a:buFont typeface="Arial"/>
              <a:buChar char="•"/>
              <a:defRPr b="0" i="0" sz="2667" u="none" cap="none" strike="noStrike">
                <a:solidFill>
                  <a:schemeClr val="dk1"/>
                </a:solidFill>
                <a:latin typeface="Verdana"/>
                <a:ea typeface="Verdana"/>
                <a:cs typeface="Verdana"/>
                <a:sym typeface="Verdana"/>
              </a:defRPr>
            </a:lvl6pPr>
            <a:lvl7pPr indent="-397954" lvl="6" marL="3200400" marR="0" rtl="0" algn="l">
              <a:lnSpc>
                <a:spcPct val="100000"/>
              </a:lnSpc>
              <a:spcBef>
                <a:spcPts val="533"/>
              </a:spcBef>
              <a:spcAft>
                <a:spcPts val="0"/>
              </a:spcAft>
              <a:buClr>
                <a:schemeClr val="dk1"/>
              </a:buClr>
              <a:buSzPts val="2667"/>
              <a:buFont typeface="Arial"/>
              <a:buChar char="•"/>
              <a:defRPr b="0" i="0" sz="2667" u="none" cap="none" strike="noStrike">
                <a:solidFill>
                  <a:schemeClr val="dk1"/>
                </a:solidFill>
                <a:latin typeface="Verdana"/>
                <a:ea typeface="Verdana"/>
                <a:cs typeface="Verdana"/>
                <a:sym typeface="Verdana"/>
              </a:defRPr>
            </a:lvl7pPr>
            <a:lvl8pPr indent="-397954" lvl="7" marL="3657600" marR="0" rtl="0" algn="l">
              <a:lnSpc>
                <a:spcPct val="100000"/>
              </a:lnSpc>
              <a:spcBef>
                <a:spcPts val="533"/>
              </a:spcBef>
              <a:spcAft>
                <a:spcPts val="0"/>
              </a:spcAft>
              <a:buClr>
                <a:schemeClr val="dk1"/>
              </a:buClr>
              <a:buSzPts val="2667"/>
              <a:buFont typeface="Arial"/>
              <a:buChar char="•"/>
              <a:defRPr b="0" i="0" sz="2667" u="none" cap="none" strike="noStrike">
                <a:solidFill>
                  <a:schemeClr val="dk1"/>
                </a:solidFill>
                <a:latin typeface="Verdana"/>
                <a:ea typeface="Verdana"/>
                <a:cs typeface="Verdana"/>
                <a:sym typeface="Verdana"/>
              </a:defRPr>
            </a:lvl8pPr>
            <a:lvl9pPr indent="-397954" lvl="8" marL="4114800" marR="0" rtl="0" algn="l">
              <a:lnSpc>
                <a:spcPct val="100000"/>
              </a:lnSpc>
              <a:spcBef>
                <a:spcPts val="533"/>
              </a:spcBef>
              <a:spcAft>
                <a:spcPts val="0"/>
              </a:spcAft>
              <a:buClr>
                <a:schemeClr val="dk1"/>
              </a:buClr>
              <a:buSzPts val="2667"/>
              <a:buFont typeface="Arial"/>
              <a:buChar char="•"/>
              <a:defRPr b="0" i="0" sz="2667" u="none" cap="none" strike="noStrike">
                <a:solidFill>
                  <a:schemeClr val="dk1"/>
                </a:solidFill>
                <a:latin typeface="Verdana"/>
                <a:ea typeface="Verdana"/>
                <a:cs typeface="Verdana"/>
                <a:sym typeface="Verdana"/>
              </a:defRPr>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ull Screen Content ">
  <p:cSld name="Full Screen Content ">
    <p:spTree>
      <p:nvGrpSpPr>
        <p:cNvPr id="114" name="Shape 114"/>
        <p:cNvGrpSpPr/>
        <p:nvPr/>
      </p:nvGrpSpPr>
      <p:grpSpPr>
        <a:xfrm>
          <a:off x="0" y="0"/>
          <a:ext cx="0" cy="0"/>
          <a:chOff x="0" y="0"/>
          <a:chExt cx="0" cy="0"/>
        </a:xfrm>
      </p:grpSpPr>
      <p:sp>
        <p:nvSpPr>
          <p:cNvPr id="115" name="Google Shape;115;p39"/>
          <p:cNvSpPr txBox="1"/>
          <p:nvPr>
            <p:ph idx="1" type="body"/>
          </p:nvPr>
        </p:nvSpPr>
        <p:spPr>
          <a:xfrm>
            <a:off x="0" y="0"/>
            <a:ext cx="12192000" cy="6858000"/>
          </a:xfrm>
          <a:prstGeom prst="rect">
            <a:avLst/>
          </a:prstGeom>
          <a:noFill/>
          <a:ln>
            <a:noFill/>
          </a:ln>
        </p:spPr>
        <p:txBody>
          <a:bodyPr anchorCtr="0" anchor="ctr" bIns="45700" lIns="91425" spcFirstLastPara="1" rIns="91425" wrap="square" tIns="45700">
            <a:noAutofit/>
          </a:bodyPr>
          <a:lstStyle>
            <a:lvl1pPr indent="-228600" lvl="0" marL="457200" marR="0" rtl="0" algn="ctr">
              <a:lnSpc>
                <a:spcPct val="100000"/>
              </a:lnSpc>
              <a:spcBef>
                <a:spcPts val="293"/>
              </a:spcBef>
              <a:spcAft>
                <a:spcPts val="0"/>
              </a:spcAft>
              <a:buClr>
                <a:schemeClr val="dk1"/>
              </a:buClr>
              <a:buSzPts val="1467"/>
              <a:buFont typeface="Arial"/>
              <a:buNone/>
              <a:defRPr b="0" i="0" sz="1467" u="none" cap="none" strike="noStrike">
                <a:solidFill>
                  <a:schemeClr val="dk1"/>
                </a:solidFill>
                <a:latin typeface="Verdana"/>
                <a:ea typeface="Verdana"/>
                <a:cs typeface="Verdana"/>
                <a:sym typeface="Verdana"/>
              </a:defRPr>
            </a:lvl1pPr>
            <a:lvl2pPr indent="-465645" lvl="1" marL="914400" marR="0" rtl="0" algn="l">
              <a:lnSpc>
                <a:spcPct val="100000"/>
              </a:lnSpc>
              <a:spcBef>
                <a:spcPts val="747"/>
              </a:spcBef>
              <a:spcAft>
                <a:spcPts val="0"/>
              </a:spcAft>
              <a:buClr>
                <a:schemeClr val="dk1"/>
              </a:buClr>
              <a:buSzPts val="3733"/>
              <a:buFont typeface="Arial"/>
              <a:buChar char="–"/>
              <a:defRPr b="0" i="0" sz="3733" u="none" cap="none" strike="noStrike">
                <a:solidFill>
                  <a:schemeClr val="dk1"/>
                </a:solidFill>
                <a:latin typeface="Verdana"/>
                <a:ea typeface="Verdana"/>
                <a:cs typeface="Verdana"/>
                <a:sym typeface="Verdana"/>
              </a:defRPr>
            </a:lvl2pPr>
            <a:lvl3pPr indent="-431800" lvl="2" marL="1371600" marR="0" rtl="0" algn="l">
              <a:lnSpc>
                <a:spcPct val="100000"/>
              </a:lnSpc>
              <a:spcBef>
                <a:spcPts val="640"/>
              </a:spcBef>
              <a:spcAft>
                <a:spcPts val="0"/>
              </a:spcAft>
              <a:buClr>
                <a:schemeClr val="dk1"/>
              </a:buClr>
              <a:buSzPts val="3200"/>
              <a:buFont typeface="Arial"/>
              <a:buChar char="•"/>
              <a:defRPr b="0" i="0" sz="3200" u="none" cap="none" strike="noStrike">
                <a:solidFill>
                  <a:schemeClr val="dk1"/>
                </a:solidFill>
                <a:latin typeface="Verdana"/>
                <a:ea typeface="Verdana"/>
                <a:cs typeface="Verdana"/>
                <a:sym typeface="Verdana"/>
              </a:defRPr>
            </a:lvl3pPr>
            <a:lvl4pPr indent="-397954" lvl="3" marL="1828800" marR="0" rtl="0" algn="l">
              <a:lnSpc>
                <a:spcPct val="100000"/>
              </a:lnSpc>
              <a:spcBef>
                <a:spcPts val="533"/>
              </a:spcBef>
              <a:spcAft>
                <a:spcPts val="0"/>
              </a:spcAft>
              <a:buClr>
                <a:schemeClr val="dk1"/>
              </a:buClr>
              <a:buSzPts val="2667"/>
              <a:buFont typeface="Arial"/>
              <a:buChar char="–"/>
              <a:defRPr b="0" i="0" sz="2667" u="none" cap="none" strike="noStrike">
                <a:solidFill>
                  <a:schemeClr val="dk1"/>
                </a:solidFill>
                <a:latin typeface="Verdana"/>
                <a:ea typeface="Verdana"/>
                <a:cs typeface="Verdana"/>
                <a:sym typeface="Verdana"/>
              </a:defRPr>
            </a:lvl4pPr>
            <a:lvl5pPr indent="-397954" lvl="4" marL="2286000" marR="0" rtl="0" algn="l">
              <a:lnSpc>
                <a:spcPct val="100000"/>
              </a:lnSpc>
              <a:spcBef>
                <a:spcPts val="533"/>
              </a:spcBef>
              <a:spcAft>
                <a:spcPts val="0"/>
              </a:spcAft>
              <a:buClr>
                <a:schemeClr val="dk1"/>
              </a:buClr>
              <a:buSzPts val="2667"/>
              <a:buFont typeface="Arial"/>
              <a:buChar char="»"/>
              <a:defRPr b="0" i="0" sz="2667" u="none" cap="none" strike="noStrike">
                <a:solidFill>
                  <a:schemeClr val="dk1"/>
                </a:solidFill>
                <a:latin typeface="Verdana"/>
                <a:ea typeface="Verdana"/>
                <a:cs typeface="Verdana"/>
                <a:sym typeface="Verdana"/>
              </a:defRPr>
            </a:lvl5pPr>
            <a:lvl6pPr indent="-397954" lvl="5" marL="2743200" marR="0" rtl="0" algn="l">
              <a:lnSpc>
                <a:spcPct val="100000"/>
              </a:lnSpc>
              <a:spcBef>
                <a:spcPts val="533"/>
              </a:spcBef>
              <a:spcAft>
                <a:spcPts val="0"/>
              </a:spcAft>
              <a:buClr>
                <a:schemeClr val="dk1"/>
              </a:buClr>
              <a:buSzPts val="2667"/>
              <a:buFont typeface="Arial"/>
              <a:buChar char="•"/>
              <a:defRPr b="0" i="0" sz="2667" u="none" cap="none" strike="noStrike">
                <a:solidFill>
                  <a:schemeClr val="dk1"/>
                </a:solidFill>
                <a:latin typeface="Verdana"/>
                <a:ea typeface="Verdana"/>
                <a:cs typeface="Verdana"/>
                <a:sym typeface="Verdana"/>
              </a:defRPr>
            </a:lvl6pPr>
            <a:lvl7pPr indent="-397954" lvl="6" marL="3200400" marR="0" rtl="0" algn="l">
              <a:lnSpc>
                <a:spcPct val="100000"/>
              </a:lnSpc>
              <a:spcBef>
                <a:spcPts val="533"/>
              </a:spcBef>
              <a:spcAft>
                <a:spcPts val="0"/>
              </a:spcAft>
              <a:buClr>
                <a:schemeClr val="dk1"/>
              </a:buClr>
              <a:buSzPts val="2667"/>
              <a:buFont typeface="Arial"/>
              <a:buChar char="•"/>
              <a:defRPr b="0" i="0" sz="2667" u="none" cap="none" strike="noStrike">
                <a:solidFill>
                  <a:schemeClr val="dk1"/>
                </a:solidFill>
                <a:latin typeface="Verdana"/>
                <a:ea typeface="Verdana"/>
                <a:cs typeface="Verdana"/>
                <a:sym typeface="Verdana"/>
              </a:defRPr>
            </a:lvl7pPr>
            <a:lvl8pPr indent="-397954" lvl="7" marL="3657600" marR="0" rtl="0" algn="l">
              <a:lnSpc>
                <a:spcPct val="100000"/>
              </a:lnSpc>
              <a:spcBef>
                <a:spcPts val="533"/>
              </a:spcBef>
              <a:spcAft>
                <a:spcPts val="0"/>
              </a:spcAft>
              <a:buClr>
                <a:schemeClr val="dk1"/>
              </a:buClr>
              <a:buSzPts val="2667"/>
              <a:buFont typeface="Arial"/>
              <a:buChar char="•"/>
              <a:defRPr b="0" i="0" sz="2667" u="none" cap="none" strike="noStrike">
                <a:solidFill>
                  <a:schemeClr val="dk1"/>
                </a:solidFill>
                <a:latin typeface="Verdana"/>
                <a:ea typeface="Verdana"/>
                <a:cs typeface="Verdana"/>
                <a:sym typeface="Verdana"/>
              </a:defRPr>
            </a:lvl8pPr>
            <a:lvl9pPr indent="-397954" lvl="8" marL="4114800" marR="0" rtl="0" algn="l">
              <a:lnSpc>
                <a:spcPct val="100000"/>
              </a:lnSpc>
              <a:spcBef>
                <a:spcPts val="533"/>
              </a:spcBef>
              <a:spcAft>
                <a:spcPts val="0"/>
              </a:spcAft>
              <a:buClr>
                <a:schemeClr val="dk1"/>
              </a:buClr>
              <a:buSzPts val="2667"/>
              <a:buFont typeface="Arial"/>
              <a:buChar char="•"/>
              <a:defRPr b="0" i="0" sz="2667" u="none" cap="none" strike="noStrike">
                <a:solidFill>
                  <a:schemeClr val="dk1"/>
                </a:solidFill>
                <a:latin typeface="Verdana"/>
                <a:ea typeface="Verdana"/>
                <a:cs typeface="Verdana"/>
                <a:sym typeface="Verdana"/>
              </a:defRPr>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act">
  <p:cSld name="Contact">
    <p:spTree>
      <p:nvGrpSpPr>
        <p:cNvPr id="116" name="Shape 116"/>
        <p:cNvGrpSpPr/>
        <p:nvPr/>
      </p:nvGrpSpPr>
      <p:grpSpPr>
        <a:xfrm>
          <a:off x="0" y="0"/>
          <a:ext cx="0" cy="0"/>
          <a:chOff x="0" y="0"/>
          <a:chExt cx="0" cy="0"/>
        </a:xfrm>
      </p:grpSpPr>
      <p:pic>
        <p:nvPicPr>
          <p:cNvPr descr="Untitled-1-02.png" id="117" name="Google Shape;117;p40"/>
          <p:cNvPicPr preferRelativeResize="0"/>
          <p:nvPr/>
        </p:nvPicPr>
        <p:blipFill rotWithShape="1">
          <a:blip r:embed="rId2">
            <a:alphaModFix/>
          </a:blip>
          <a:srcRect b="0" l="0" r="0" t="1072"/>
          <a:stretch/>
        </p:blipFill>
        <p:spPr>
          <a:xfrm>
            <a:off x="3833755" y="0"/>
            <a:ext cx="8429683" cy="6868236"/>
          </a:xfrm>
          <a:prstGeom prst="rect">
            <a:avLst/>
          </a:prstGeom>
          <a:noFill/>
          <a:ln>
            <a:noFill/>
          </a:ln>
        </p:spPr>
      </p:pic>
      <p:sp>
        <p:nvSpPr>
          <p:cNvPr id="118" name="Google Shape;118;p40"/>
          <p:cNvSpPr/>
          <p:nvPr/>
        </p:nvSpPr>
        <p:spPr>
          <a:xfrm>
            <a:off x="0" y="-13717"/>
            <a:ext cx="5923312" cy="6895136"/>
          </a:xfrm>
          <a:custGeom>
            <a:rect b="b" l="l" r="r" t="t"/>
            <a:pathLst>
              <a:path extrusionOk="0" h="6867237" w="5923312">
                <a:moveTo>
                  <a:pt x="0" y="9237"/>
                </a:moveTo>
                <a:lnTo>
                  <a:pt x="4570297" y="0"/>
                </a:lnTo>
                <a:cubicBezTo>
                  <a:pt x="4709410" y="788170"/>
                  <a:pt x="5707506" y="1031395"/>
                  <a:pt x="5846619" y="1819565"/>
                </a:cubicBezTo>
                <a:cubicBezTo>
                  <a:pt x="6055409" y="3465177"/>
                  <a:pt x="5987107" y="4057844"/>
                  <a:pt x="3674369" y="6867237"/>
                </a:cubicBezTo>
                <a:lnTo>
                  <a:pt x="0" y="6867237"/>
                </a:lnTo>
                <a:lnTo>
                  <a:pt x="0" y="9237"/>
                </a:lnTo>
                <a:close/>
              </a:path>
            </a:pathLst>
          </a:custGeom>
          <a:solidFill>
            <a:srgbClr val="E91C86"/>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Verdana"/>
              <a:ea typeface="Verdana"/>
              <a:cs typeface="Verdana"/>
              <a:sym typeface="Verdana"/>
            </a:endParaRPr>
          </a:p>
        </p:txBody>
      </p:sp>
      <p:sp>
        <p:nvSpPr>
          <p:cNvPr id="119" name="Google Shape;119;p40"/>
          <p:cNvSpPr txBox="1"/>
          <p:nvPr/>
        </p:nvSpPr>
        <p:spPr>
          <a:xfrm>
            <a:off x="1095340" y="2977595"/>
            <a:ext cx="2752879" cy="4001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1" i="0" lang="en-IN" sz="2000" u="none" cap="none" strike="noStrike">
                <a:solidFill>
                  <a:schemeClr val="lt1"/>
                </a:solidFill>
                <a:latin typeface="Verdana"/>
                <a:ea typeface="Verdana"/>
                <a:cs typeface="Verdana"/>
                <a:sym typeface="Verdana"/>
              </a:rPr>
              <a:t>India - Mumbai</a:t>
            </a:r>
            <a:endParaRPr b="0" i="0" sz="1400" u="none" cap="none" strike="noStrike">
              <a:solidFill>
                <a:srgbClr val="000000"/>
              </a:solidFill>
              <a:latin typeface="Arial"/>
              <a:ea typeface="Arial"/>
              <a:cs typeface="Arial"/>
              <a:sym typeface="Arial"/>
            </a:endParaRPr>
          </a:p>
        </p:txBody>
      </p:sp>
      <p:sp>
        <p:nvSpPr>
          <p:cNvPr id="120" name="Google Shape;120;p40"/>
          <p:cNvSpPr txBox="1"/>
          <p:nvPr/>
        </p:nvSpPr>
        <p:spPr>
          <a:xfrm>
            <a:off x="1088144" y="3421166"/>
            <a:ext cx="3270677" cy="64633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n-IN" sz="1200" u="none" cap="none" strike="noStrike">
                <a:solidFill>
                  <a:schemeClr val="lt1"/>
                </a:solidFill>
                <a:latin typeface="Verdana"/>
                <a:ea typeface="Verdana"/>
                <a:cs typeface="Verdana"/>
                <a:sym typeface="Verdana"/>
              </a:rPr>
              <a:t>103-104 B-Wing, Fulcrum Hiranandani Business Park, Sahar Airport Road, Andheri (East), Mumbai – 400099.</a:t>
            </a:r>
            <a:endParaRPr b="0" i="0" sz="1400" u="none" cap="none" strike="noStrike">
              <a:solidFill>
                <a:srgbClr val="000000"/>
              </a:solidFill>
              <a:latin typeface="Arial"/>
              <a:ea typeface="Arial"/>
              <a:cs typeface="Arial"/>
              <a:sym typeface="Arial"/>
            </a:endParaRPr>
          </a:p>
        </p:txBody>
      </p:sp>
      <p:pic>
        <p:nvPicPr>
          <p:cNvPr descr="Untitled-1-10-08.png" id="121" name="Google Shape;121;p40"/>
          <p:cNvPicPr preferRelativeResize="0"/>
          <p:nvPr/>
        </p:nvPicPr>
        <p:blipFill rotWithShape="1">
          <a:blip r:embed="rId3">
            <a:alphaModFix/>
          </a:blip>
          <a:srcRect b="18749" l="7219" r="60465" t="11458"/>
          <a:stretch/>
        </p:blipFill>
        <p:spPr>
          <a:xfrm>
            <a:off x="1023903" y="500042"/>
            <a:ext cx="1714511" cy="2083186"/>
          </a:xfrm>
          <a:prstGeom prst="rect">
            <a:avLst/>
          </a:prstGeom>
          <a:noFill/>
          <a:ln>
            <a:noFill/>
          </a:ln>
        </p:spPr>
      </p:pic>
      <p:pic>
        <p:nvPicPr>
          <p:cNvPr descr="Untitled-1-08.png" id="122" name="Google Shape;122;p40"/>
          <p:cNvPicPr preferRelativeResize="0"/>
          <p:nvPr/>
        </p:nvPicPr>
        <p:blipFill rotWithShape="1">
          <a:blip r:embed="rId4">
            <a:alphaModFix/>
          </a:blip>
          <a:srcRect b="3142" l="8928" r="63006" t="8301"/>
          <a:stretch/>
        </p:blipFill>
        <p:spPr>
          <a:xfrm>
            <a:off x="3346829" y="-13717"/>
            <a:ext cx="3600385" cy="6895671"/>
          </a:xfrm>
          <a:prstGeom prst="rect">
            <a:avLst/>
          </a:prstGeom>
          <a:noFill/>
          <a:ln>
            <a:noFill/>
          </a:ln>
        </p:spPr>
      </p:pic>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vider 1">
  <p:cSld name="Divider 1">
    <p:spTree>
      <p:nvGrpSpPr>
        <p:cNvPr id="123" name="Shape 123"/>
        <p:cNvGrpSpPr/>
        <p:nvPr/>
      </p:nvGrpSpPr>
      <p:grpSpPr>
        <a:xfrm>
          <a:off x="0" y="0"/>
          <a:ext cx="0" cy="0"/>
          <a:chOff x="0" y="0"/>
          <a:chExt cx="0" cy="0"/>
        </a:xfrm>
      </p:grpSpPr>
      <p:sp>
        <p:nvSpPr>
          <p:cNvPr id="124" name="Google Shape;124;p41"/>
          <p:cNvSpPr/>
          <p:nvPr/>
        </p:nvSpPr>
        <p:spPr>
          <a:xfrm>
            <a:off x="0" y="0"/>
            <a:ext cx="12192000" cy="6858000"/>
          </a:xfrm>
          <a:prstGeom prst="rect">
            <a:avLst/>
          </a:prstGeom>
          <a:solidFill>
            <a:srgbClr val="E91C86"/>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Verdana"/>
              <a:ea typeface="Verdana"/>
              <a:cs typeface="Verdana"/>
              <a:sym typeface="Verdana"/>
            </a:endParaRPr>
          </a:p>
        </p:txBody>
      </p:sp>
      <p:pic>
        <p:nvPicPr>
          <p:cNvPr descr="Untitled-1-10-08.png" id="125" name="Google Shape;125;p41"/>
          <p:cNvPicPr preferRelativeResize="0"/>
          <p:nvPr/>
        </p:nvPicPr>
        <p:blipFill rotWithShape="1">
          <a:blip r:embed="rId2">
            <a:alphaModFix/>
          </a:blip>
          <a:srcRect b="18749" l="7219" r="60465" t="11458"/>
          <a:stretch/>
        </p:blipFill>
        <p:spPr>
          <a:xfrm>
            <a:off x="94687" y="404664"/>
            <a:ext cx="711171" cy="864096"/>
          </a:xfrm>
          <a:prstGeom prst="rect">
            <a:avLst/>
          </a:prstGeom>
          <a:noFill/>
          <a:ln>
            <a:noFill/>
          </a:ln>
        </p:spPr>
      </p:pic>
      <p:sp>
        <p:nvSpPr>
          <p:cNvPr id="126" name="Google Shape;126;p41"/>
          <p:cNvSpPr txBox="1"/>
          <p:nvPr>
            <p:ph idx="1" type="body"/>
          </p:nvPr>
        </p:nvSpPr>
        <p:spPr>
          <a:xfrm>
            <a:off x="1055436" y="2728759"/>
            <a:ext cx="10075541" cy="881928"/>
          </a:xfrm>
          <a:prstGeom prst="rect">
            <a:avLst/>
          </a:prstGeom>
          <a:noFill/>
          <a:ln>
            <a:noFill/>
          </a:ln>
        </p:spPr>
        <p:txBody>
          <a:bodyPr anchorCtr="0" anchor="b" bIns="45700" lIns="91425" spcFirstLastPara="1" rIns="91425" wrap="square" tIns="45700">
            <a:noAutofit/>
          </a:bodyPr>
          <a:lstStyle>
            <a:lvl1pPr indent="-228600" lvl="0" marL="457200" marR="0" rtl="0" algn="l">
              <a:lnSpc>
                <a:spcPct val="100000"/>
              </a:lnSpc>
              <a:spcBef>
                <a:spcPts val="0"/>
              </a:spcBef>
              <a:spcAft>
                <a:spcPts val="0"/>
              </a:spcAft>
              <a:buClr>
                <a:schemeClr val="lt1"/>
              </a:buClr>
              <a:buSzPts val="3600"/>
              <a:buFont typeface="Arial"/>
              <a:buNone/>
              <a:defRPr b="1" i="0" sz="3600" u="none" cap="none" strike="noStrike">
                <a:solidFill>
                  <a:schemeClr val="lt1"/>
                </a:solidFill>
                <a:latin typeface="Verdana"/>
                <a:ea typeface="Verdana"/>
                <a:cs typeface="Verdana"/>
                <a:sym typeface="Verdana"/>
              </a:defRPr>
            </a:lvl1pPr>
            <a:lvl2pPr indent="-465645" lvl="1" marL="914400" marR="0" rtl="0" algn="l">
              <a:lnSpc>
                <a:spcPct val="100000"/>
              </a:lnSpc>
              <a:spcBef>
                <a:spcPts val="747"/>
              </a:spcBef>
              <a:spcAft>
                <a:spcPts val="0"/>
              </a:spcAft>
              <a:buClr>
                <a:schemeClr val="dk1"/>
              </a:buClr>
              <a:buSzPts val="3733"/>
              <a:buFont typeface="Arial"/>
              <a:buChar char="–"/>
              <a:defRPr b="0" i="0" sz="3733" u="none" cap="none" strike="noStrike">
                <a:solidFill>
                  <a:schemeClr val="dk1"/>
                </a:solidFill>
                <a:latin typeface="Verdana"/>
                <a:ea typeface="Verdana"/>
                <a:cs typeface="Verdana"/>
                <a:sym typeface="Verdana"/>
              </a:defRPr>
            </a:lvl2pPr>
            <a:lvl3pPr indent="-431800" lvl="2" marL="1371600" marR="0" rtl="0" algn="l">
              <a:lnSpc>
                <a:spcPct val="100000"/>
              </a:lnSpc>
              <a:spcBef>
                <a:spcPts val="640"/>
              </a:spcBef>
              <a:spcAft>
                <a:spcPts val="0"/>
              </a:spcAft>
              <a:buClr>
                <a:schemeClr val="dk1"/>
              </a:buClr>
              <a:buSzPts val="3200"/>
              <a:buFont typeface="Arial"/>
              <a:buChar char="•"/>
              <a:defRPr b="0" i="0" sz="3200" u="none" cap="none" strike="noStrike">
                <a:solidFill>
                  <a:schemeClr val="dk1"/>
                </a:solidFill>
                <a:latin typeface="Verdana"/>
                <a:ea typeface="Verdana"/>
                <a:cs typeface="Verdana"/>
                <a:sym typeface="Verdana"/>
              </a:defRPr>
            </a:lvl3pPr>
            <a:lvl4pPr indent="-397954" lvl="3" marL="1828800" marR="0" rtl="0" algn="l">
              <a:lnSpc>
                <a:spcPct val="100000"/>
              </a:lnSpc>
              <a:spcBef>
                <a:spcPts val="533"/>
              </a:spcBef>
              <a:spcAft>
                <a:spcPts val="0"/>
              </a:spcAft>
              <a:buClr>
                <a:schemeClr val="dk1"/>
              </a:buClr>
              <a:buSzPts val="2667"/>
              <a:buFont typeface="Arial"/>
              <a:buChar char="–"/>
              <a:defRPr b="0" i="0" sz="2667" u="none" cap="none" strike="noStrike">
                <a:solidFill>
                  <a:schemeClr val="dk1"/>
                </a:solidFill>
                <a:latin typeface="Verdana"/>
                <a:ea typeface="Verdana"/>
                <a:cs typeface="Verdana"/>
                <a:sym typeface="Verdana"/>
              </a:defRPr>
            </a:lvl4pPr>
            <a:lvl5pPr indent="-397954" lvl="4" marL="2286000" marR="0" rtl="0" algn="l">
              <a:lnSpc>
                <a:spcPct val="100000"/>
              </a:lnSpc>
              <a:spcBef>
                <a:spcPts val="533"/>
              </a:spcBef>
              <a:spcAft>
                <a:spcPts val="0"/>
              </a:spcAft>
              <a:buClr>
                <a:schemeClr val="dk1"/>
              </a:buClr>
              <a:buSzPts val="2667"/>
              <a:buFont typeface="Arial"/>
              <a:buChar char="»"/>
              <a:defRPr b="0" i="0" sz="2667" u="none" cap="none" strike="noStrike">
                <a:solidFill>
                  <a:schemeClr val="dk1"/>
                </a:solidFill>
                <a:latin typeface="Verdana"/>
                <a:ea typeface="Verdana"/>
                <a:cs typeface="Verdana"/>
                <a:sym typeface="Verdana"/>
              </a:defRPr>
            </a:lvl5pPr>
            <a:lvl6pPr indent="-397954" lvl="5" marL="2743200" marR="0" rtl="0" algn="l">
              <a:lnSpc>
                <a:spcPct val="100000"/>
              </a:lnSpc>
              <a:spcBef>
                <a:spcPts val="533"/>
              </a:spcBef>
              <a:spcAft>
                <a:spcPts val="0"/>
              </a:spcAft>
              <a:buClr>
                <a:schemeClr val="dk1"/>
              </a:buClr>
              <a:buSzPts val="2667"/>
              <a:buFont typeface="Arial"/>
              <a:buChar char="•"/>
              <a:defRPr b="0" i="0" sz="2667" u="none" cap="none" strike="noStrike">
                <a:solidFill>
                  <a:schemeClr val="dk1"/>
                </a:solidFill>
                <a:latin typeface="Verdana"/>
                <a:ea typeface="Verdana"/>
                <a:cs typeface="Verdana"/>
                <a:sym typeface="Verdana"/>
              </a:defRPr>
            </a:lvl6pPr>
            <a:lvl7pPr indent="-397954" lvl="6" marL="3200400" marR="0" rtl="0" algn="l">
              <a:lnSpc>
                <a:spcPct val="100000"/>
              </a:lnSpc>
              <a:spcBef>
                <a:spcPts val="533"/>
              </a:spcBef>
              <a:spcAft>
                <a:spcPts val="0"/>
              </a:spcAft>
              <a:buClr>
                <a:schemeClr val="dk1"/>
              </a:buClr>
              <a:buSzPts val="2667"/>
              <a:buFont typeface="Arial"/>
              <a:buChar char="•"/>
              <a:defRPr b="0" i="0" sz="2667" u="none" cap="none" strike="noStrike">
                <a:solidFill>
                  <a:schemeClr val="dk1"/>
                </a:solidFill>
                <a:latin typeface="Verdana"/>
                <a:ea typeface="Verdana"/>
                <a:cs typeface="Verdana"/>
                <a:sym typeface="Verdana"/>
              </a:defRPr>
            </a:lvl7pPr>
            <a:lvl8pPr indent="-397954" lvl="7" marL="3657600" marR="0" rtl="0" algn="l">
              <a:lnSpc>
                <a:spcPct val="100000"/>
              </a:lnSpc>
              <a:spcBef>
                <a:spcPts val="533"/>
              </a:spcBef>
              <a:spcAft>
                <a:spcPts val="0"/>
              </a:spcAft>
              <a:buClr>
                <a:schemeClr val="dk1"/>
              </a:buClr>
              <a:buSzPts val="2667"/>
              <a:buFont typeface="Arial"/>
              <a:buChar char="•"/>
              <a:defRPr b="0" i="0" sz="2667" u="none" cap="none" strike="noStrike">
                <a:solidFill>
                  <a:schemeClr val="dk1"/>
                </a:solidFill>
                <a:latin typeface="Verdana"/>
                <a:ea typeface="Verdana"/>
                <a:cs typeface="Verdana"/>
                <a:sym typeface="Verdana"/>
              </a:defRPr>
            </a:lvl8pPr>
            <a:lvl9pPr indent="-397954" lvl="8" marL="4114800" marR="0" rtl="0" algn="l">
              <a:lnSpc>
                <a:spcPct val="100000"/>
              </a:lnSpc>
              <a:spcBef>
                <a:spcPts val="533"/>
              </a:spcBef>
              <a:spcAft>
                <a:spcPts val="0"/>
              </a:spcAft>
              <a:buClr>
                <a:schemeClr val="dk1"/>
              </a:buClr>
              <a:buSzPts val="2667"/>
              <a:buFont typeface="Arial"/>
              <a:buChar char="•"/>
              <a:defRPr b="0" i="0" sz="2667" u="none" cap="none" strike="noStrike">
                <a:solidFill>
                  <a:schemeClr val="dk1"/>
                </a:solidFill>
                <a:latin typeface="Verdana"/>
                <a:ea typeface="Verdana"/>
                <a:cs typeface="Verdana"/>
                <a:sym typeface="Verdana"/>
              </a:defRPr>
            </a:lvl9pPr>
          </a:lstStyle>
          <a:p/>
        </p:txBody>
      </p:sp>
      <p:sp>
        <p:nvSpPr>
          <p:cNvPr id="127" name="Google Shape;127;p41"/>
          <p:cNvSpPr txBox="1"/>
          <p:nvPr>
            <p:ph idx="2" type="body"/>
          </p:nvPr>
        </p:nvSpPr>
        <p:spPr>
          <a:xfrm>
            <a:off x="1055438" y="3688095"/>
            <a:ext cx="10075539" cy="6044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chemeClr val="lt1"/>
              </a:buClr>
              <a:buSzPts val="2133"/>
              <a:buFont typeface="Arial"/>
              <a:buNone/>
              <a:defRPr b="0" i="0" sz="2133" u="none" cap="none" strike="noStrike">
                <a:solidFill>
                  <a:schemeClr val="lt1"/>
                </a:solidFill>
                <a:latin typeface="Verdana"/>
                <a:ea typeface="Verdana"/>
                <a:cs typeface="Verdana"/>
                <a:sym typeface="Verdana"/>
              </a:defRPr>
            </a:lvl1pPr>
            <a:lvl2pPr indent="-465645" lvl="1" marL="914400" marR="0" rtl="0" algn="l">
              <a:lnSpc>
                <a:spcPct val="100000"/>
              </a:lnSpc>
              <a:spcBef>
                <a:spcPts val="747"/>
              </a:spcBef>
              <a:spcAft>
                <a:spcPts val="0"/>
              </a:spcAft>
              <a:buClr>
                <a:schemeClr val="dk1"/>
              </a:buClr>
              <a:buSzPts val="3733"/>
              <a:buFont typeface="Arial"/>
              <a:buChar char="–"/>
              <a:defRPr b="0" i="0" sz="3733" u="none" cap="none" strike="noStrike">
                <a:solidFill>
                  <a:schemeClr val="dk1"/>
                </a:solidFill>
                <a:latin typeface="Verdana"/>
                <a:ea typeface="Verdana"/>
                <a:cs typeface="Verdana"/>
                <a:sym typeface="Verdana"/>
              </a:defRPr>
            </a:lvl2pPr>
            <a:lvl3pPr indent="-431800" lvl="2" marL="1371600" marR="0" rtl="0" algn="l">
              <a:lnSpc>
                <a:spcPct val="100000"/>
              </a:lnSpc>
              <a:spcBef>
                <a:spcPts val="640"/>
              </a:spcBef>
              <a:spcAft>
                <a:spcPts val="0"/>
              </a:spcAft>
              <a:buClr>
                <a:schemeClr val="dk1"/>
              </a:buClr>
              <a:buSzPts val="3200"/>
              <a:buFont typeface="Arial"/>
              <a:buChar char="•"/>
              <a:defRPr b="0" i="0" sz="3200" u="none" cap="none" strike="noStrike">
                <a:solidFill>
                  <a:schemeClr val="dk1"/>
                </a:solidFill>
                <a:latin typeface="Verdana"/>
                <a:ea typeface="Verdana"/>
                <a:cs typeface="Verdana"/>
                <a:sym typeface="Verdana"/>
              </a:defRPr>
            </a:lvl3pPr>
            <a:lvl4pPr indent="-397954" lvl="3" marL="1828800" marR="0" rtl="0" algn="l">
              <a:lnSpc>
                <a:spcPct val="100000"/>
              </a:lnSpc>
              <a:spcBef>
                <a:spcPts val="533"/>
              </a:spcBef>
              <a:spcAft>
                <a:spcPts val="0"/>
              </a:spcAft>
              <a:buClr>
                <a:schemeClr val="dk1"/>
              </a:buClr>
              <a:buSzPts val="2667"/>
              <a:buFont typeface="Arial"/>
              <a:buChar char="–"/>
              <a:defRPr b="0" i="0" sz="2667" u="none" cap="none" strike="noStrike">
                <a:solidFill>
                  <a:schemeClr val="dk1"/>
                </a:solidFill>
                <a:latin typeface="Verdana"/>
                <a:ea typeface="Verdana"/>
                <a:cs typeface="Verdana"/>
                <a:sym typeface="Verdana"/>
              </a:defRPr>
            </a:lvl4pPr>
            <a:lvl5pPr indent="-397954" lvl="4" marL="2286000" marR="0" rtl="0" algn="l">
              <a:lnSpc>
                <a:spcPct val="100000"/>
              </a:lnSpc>
              <a:spcBef>
                <a:spcPts val="533"/>
              </a:spcBef>
              <a:spcAft>
                <a:spcPts val="0"/>
              </a:spcAft>
              <a:buClr>
                <a:schemeClr val="dk1"/>
              </a:buClr>
              <a:buSzPts val="2667"/>
              <a:buFont typeface="Arial"/>
              <a:buChar char="»"/>
              <a:defRPr b="0" i="0" sz="2667" u="none" cap="none" strike="noStrike">
                <a:solidFill>
                  <a:schemeClr val="dk1"/>
                </a:solidFill>
                <a:latin typeface="Verdana"/>
                <a:ea typeface="Verdana"/>
                <a:cs typeface="Verdana"/>
                <a:sym typeface="Verdana"/>
              </a:defRPr>
            </a:lvl5pPr>
            <a:lvl6pPr indent="-397954" lvl="5" marL="2743200" marR="0" rtl="0" algn="l">
              <a:lnSpc>
                <a:spcPct val="100000"/>
              </a:lnSpc>
              <a:spcBef>
                <a:spcPts val="533"/>
              </a:spcBef>
              <a:spcAft>
                <a:spcPts val="0"/>
              </a:spcAft>
              <a:buClr>
                <a:schemeClr val="dk1"/>
              </a:buClr>
              <a:buSzPts val="2667"/>
              <a:buFont typeface="Arial"/>
              <a:buChar char="•"/>
              <a:defRPr b="0" i="0" sz="2667" u="none" cap="none" strike="noStrike">
                <a:solidFill>
                  <a:schemeClr val="dk1"/>
                </a:solidFill>
                <a:latin typeface="Verdana"/>
                <a:ea typeface="Verdana"/>
                <a:cs typeface="Verdana"/>
                <a:sym typeface="Verdana"/>
              </a:defRPr>
            </a:lvl6pPr>
            <a:lvl7pPr indent="-397954" lvl="6" marL="3200400" marR="0" rtl="0" algn="l">
              <a:lnSpc>
                <a:spcPct val="100000"/>
              </a:lnSpc>
              <a:spcBef>
                <a:spcPts val="533"/>
              </a:spcBef>
              <a:spcAft>
                <a:spcPts val="0"/>
              </a:spcAft>
              <a:buClr>
                <a:schemeClr val="dk1"/>
              </a:buClr>
              <a:buSzPts val="2667"/>
              <a:buFont typeface="Arial"/>
              <a:buChar char="•"/>
              <a:defRPr b="0" i="0" sz="2667" u="none" cap="none" strike="noStrike">
                <a:solidFill>
                  <a:schemeClr val="dk1"/>
                </a:solidFill>
                <a:latin typeface="Verdana"/>
                <a:ea typeface="Verdana"/>
                <a:cs typeface="Verdana"/>
                <a:sym typeface="Verdana"/>
              </a:defRPr>
            </a:lvl7pPr>
            <a:lvl8pPr indent="-397954" lvl="7" marL="3657600" marR="0" rtl="0" algn="l">
              <a:lnSpc>
                <a:spcPct val="100000"/>
              </a:lnSpc>
              <a:spcBef>
                <a:spcPts val="533"/>
              </a:spcBef>
              <a:spcAft>
                <a:spcPts val="0"/>
              </a:spcAft>
              <a:buClr>
                <a:schemeClr val="dk1"/>
              </a:buClr>
              <a:buSzPts val="2667"/>
              <a:buFont typeface="Arial"/>
              <a:buChar char="•"/>
              <a:defRPr b="0" i="0" sz="2667" u="none" cap="none" strike="noStrike">
                <a:solidFill>
                  <a:schemeClr val="dk1"/>
                </a:solidFill>
                <a:latin typeface="Verdana"/>
                <a:ea typeface="Verdana"/>
                <a:cs typeface="Verdana"/>
                <a:sym typeface="Verdana"/>
              </a:defRPr>
            </a:lvl8pPr>
            <a:lvl9pPr indent="-397954" lvl="8" marL="4114800" marR="0" rtl="0" algn="l">
              <a:lnSpc>
                <a:spcPct val="100000"/>
              </a:lnSpc>
              <a:spcBef>
                <a:spcPts val="533"/>
              </a:spcBef>
              <a:spcAft>
                <a:spcPts val="0"/>
              </a:spcAft>
              <a:buClr>
                <a:schemeClr val="dk1"/>
              </a:buClr>
              <a:buSzPts val="2667"/>
              <a:buFont typeface="Arial"/>
              <a:buChar char="•"/>
              <a:defRPr b="0" i="0" sz="2667" u="none" cap="none" strike="noStrike">
                <a:solidFill>
                  <a:schemeClr val="dk1"/>
                </a:solidFill>
                <a:latin typeface="Verdana"/>
                <a:ea typeface="Verdana"/>
                <a:cs typeface="Verdana"/>
                <a:sym typeface="Verdana"/>
              </a:defRPr>
            </a:lvl9pPr>
          </a:lstStyle>
          <a:p/>
        </p:txBody>
      </p:sp>
      <p:pic>
        <p:nvPicPr>
          <p:cNvPr id="128" name="Google Shape;128;p41"/>
          <p:cNvPicPr preferRelativeResize="0"/>
          <p:nvPr/>
        </p:nvPicPr>
        <p:blipFill rotWithShape="1">
          <a:blip r:embed="rId3">
            <a:alphaModFix/>
          </a:blip>
          <a:srcRect b="35276" l="77683" r="16938" t="62214"/>
          <a:stretch/>
        </p:blipFill>
        <p:spPr>
          <a:xfrm rot="5400000">
            <a:off x="9951316" y="-63612"/>
            <a:ext cx="2207568" cy="2313694"/>
          </a:xfrm>
          <a:prstGeom prst="rect">
            <a:avLst/>
          </a:prstGeom>
          <a:noFill/>
          <a:ln>
            <a:noFill/>
          </a:ln>
        </p:spPr>
      </p:pic>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vider 2">
  <p:cSld name="Divider 2">
    <p:spTree>
      <p:nvGrpSpPr>
        <p:cNvPr id="129" name="Shape 129"/>
        <p:cNvGrpSpPr/>
        <p:nvPr/>
      </p:nvGrpSpPr>
      <p:grpSpPr>
        <a:xfrm>
          <a:off x="0" y="0"/>
          <a:ext cx="0" cy="0"/>
          <a:chOff x="0" y="0"/>
          <a:chExt cx="0" cy="0"/>
        </a:xfrm>
      </p:grpSpPr>
      <p:sp>
        <p:nvSpPr>
          <p:cNvPr id="130" name="Google Shape;130;p42"/>
          <p:cNvSpPr/>
          <p:nvPr/>
        </p:nvSpPr>
        <p:spPr>
          <a:xfrm>
            <a:off x="0" y="0"/>
            <a:ext cx="12192000" cy="6858000"/>
          </a:xfrm>
          <a:prstGeom prst="rect">
            <a:avLst/>
          </a:prstGeom>
          <a:solidFill>
            <a:srgbClr val="2A3C9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Verdana"/>
              <a:ea typeface="Verdana"/>
              <a:cs typeface="Verdana"/>
              <a:sym typeface="Verdana"/>
            </a:endParaRPr>
          </a:p>
        </p:txBody>
      </p:sp>
      <p:sp>
        <p:nvSpPr>
          <p:cNvPr id="131" name="Google Shape;131;p42"/>
          <p:cNvSpPr txBox="1"/>
          <p:nvPr>
            <p:ph idx="1" type="body"/>
          </p:nvPr>
        </p:nvSpPr>
        <p:spPr>
          <a:xfrm>
            <a:off x="1055436" y="2728759"/>
            <a:ext cx="10075541" cy="881928"/>
          </a:xfrm>
          <a:prstGeom prst="rect">
            <a:avLst/>
          </a:prstGeom>
          <a:noFill/>
          <a:ln>
            <a:noFill/>
          </a:ln>
        </p:spPr>
        <p:txBody>
          <a:bodyPr anchorCtr="0" anchor="b" bIns="45700" lIns="91425" spcFirstLastPara="1" rIns="91425" wrap="square" tIns="45700">
            <a:noAutofit/>
          </a:bodyPr>
          <a:lstStyle>
            <a:lvl1pPr indent="-228600" lvl="0" marL="457200" marR="0" rtl="0" algn="l">
              <a:lnSpc>
                <a:spcPct val="100000"/>
              </a:lnSpc>
              <a:spcBef>
                <a:spcPts val="0"/>
              </a:spcBef>
              <a:spcAft>
                <a:spcPts val="0"/>
              </a:spcAft>
              <a:buClr>
                <a:schemeClr val="lt1"/>
              </a:buClr>
              <a:buSzPts val="3600"/>
              <a:buFont typeface="Arial"/>
              <a:buNone/>
              <a:defRPr b="1" i="0" sz="3600" u="none" cap="none" strike="noStrike">
                <a:solidFill>
                  <a:schemeClr val="lt1"/>
                </a:solidFill>
                <a:latin typeface="Verdana"/>
                <a:ea typeface="Verdana"/>
                <a:cs typeface="Verdana"/>
                <a:sym typeface="Verdana"/>
              </a:defRPr>
            </a:lvl1pPr>
            <a:lvl2pPr indent="-465645" lvl="1" marL="914400" marR="0" rtl="0" algn="l">
              <a:lnSpc>
                <a:spcPct val="100000"/>
              </a:lnSpc>
              <a:spcBef>
                <a:spcPts val="747"/>
              </a:spcBef>
              <a:spcAft>
                <a:spcPts val="0"/>
              </a:spcAft>
              <a:buClr>
                <a:schemeClr val="dk1"/>
              </a:buClr>
              <a:buSzPts val="3733"/>
              <a:buFont typeface="Arial"/>
              <a:buChar char="–"/>
              <a:defRPr b="0" i="0" sz="3733" u="none" cap="none" strike="noStrike">
                <a:solidFill>
                  <a:schemeClr val="dk1"/>
                </a:solidFill>
                <a:latin typeface="Verdana"/>
                <a:ea typeface="Verdana"/>
                <a:cs typeface="Verdana"/>
                <a:sym typeface="Verdana"/>
              </a:defRPr>
            </a:lvl2pPr>
            <a:lvl3pPr indent="-431800" lvl="2" marL="1371600" marR="0" rtl="0" algn="l">
              <a:lnSpc>
                <a:spcPct val="100000"/>
              </a:lnSpc>
              <a:spcBef>
                <a:spcPts val="640"/>
              </a:spcBef>
              <a:spcAft>
                <a:spcPts val="0"/>
              </a:spcAft>
              <a:buClr>
                <a:schemeClr val="dk1"/>
              </a:buClr>
              <a:buSzPts val="3200"/>
              <a:buFont typeface="Arial"/>
              <a:buChar char="•"/>
              <a:defRPr b="0" i="0" sz="3200" u="none" cap="none" strike="noStrike">
                <a:solidFill>
                  <a:schemeClr val="dk1"/>
                </a:solidFill>
                <a:latin typeface="Verdana"/>
                <a:ea typeface="Verdana"/>
                <a:cs typeface="Verdana"/>
                <a:sym typeface="Verdana"/>
              </a:defRPr>
            </a:lvl3pPr>
            <a:lvl4pPr indent="-397954" lvl="3" marL="1828800" marR="0" rtl="0" algn="l">
              <a:lnSpc>
                <a:spcPct val="100000"/>
              </a:lnSpc>
              <a:spcBef>
                <a:spcPts val="533"/>
              </a:spcBef>
              <a:spcAft>
                <a:spcPts val="0"/>
              </a:spcAft>
              <a:buClr>
                <a:schemeClr val="dk1"/>
              </a:buClr>
              <a:buSzPts val="2667"/>
              <a:buFont typeface="Arial"/>
              <a:buChar char="–"/>
              <a:defRPr b="0" i="0" sz="2667" u="none" cap="none" strike="noStrike">
                <a:solidFill>
                  <a:schemeClr val="dk1"/>
                </a:solidFill>
                <a:latin typeface="Verdana"/>
                <a:ea typeface="Verdana"/>
                <a:cs typeface="Verdana"/>
                <a:sym typeface="Verdana"/>
              </a:defRPr>
            </a:lvl4pPr>
            <a:lvl5pPr indent="-397954" lvl="4" marL="2286000" marR="0" rtl="0" algn="l">
              <a:lnSpc>
                <a:spcPct val="100000"/>
              </a:lnSpc>
              <a:spcBef>
                <a:spcPts val="533"/>
              </a:spcBef>
              <a:spcAft>
                <a:spcPts val="0"/>
              </a:spcAft>
              <a:buClr>
                <a:schemeClr val="dk1"/>
              </a:buClr>
              <a:buSzPts val="2667"/>
              <a:buFont typeface="Arial"/>
              <a:buChar char="»"/>
              <a:defRPr b="0" i="0" sz="2667" u="none" cap="none" strike="noStrike">
                <a:solidFill>
                  <a:schemeClr val="dk1"/>
                </a:solidFill>
                <a:latin typeface="Verdana"/>
                <a:ea typeface="Verdana"/>
                <a:cs typeface="Verdana"/>
                <a:sym typeface="Verdana"/>
              </a:defRPr>
            </a:lvl5pPr>
            <a:lvl6pPr indent="-397954" lvl="5" marL="2743200" marR="0" rtl="0" algn="l">
              <a:lnSpc>
                <a:spcPct val="100000"/>
              </a:lnSpc>
              <a:spcBef>
                <a:spcPts val="533"/>
              </a:spcBef>
              <a:spcAft>
                <a:spcPts val="0"/>
              </a:spcAft>
              <a:buClr>
                <a:schemeClr val="dk1"/>
              </a:buClr>
              <a:buSzPts val="2667"/>
              <a:buFont typeface="Arial"/>
              <a:buChar char="•"/>
              <a:defRPr b="0" i="0" sz="2667" u="none" cap="none" strike="noStrike">
                <a:solidFill>
                  <a:schemeClr val="dk1"/>
                </a:solidFill>
                <a:latin typeface="Verdana"/>
                <a:ea typeface="Verdana"/>
                <a:cs typeface="Verdana"/>
                <a:sym typeface="Verdana"/>
              </a:defRPr>
            </a:lvl6pPr>
            <a:lvl7pPr indent="-397954" lvl="6" marL="3200400" marR="0" rtl="0" algn="l">
              <a:lnSpc>
                <a:spcPct val="100000"/>
              </a:lnSpc>
              <a:spcBef>
                <a:spcPts val="533"/>
              </a:spcBef>
              <a:spcAft>
                <a:spcPts val="0"/>
              </a:spcAft>
              <a:buClr>
                <a:schemeClr val="dk1"/>
              </a:buClr>
              <a:buSzPts val="2667"/>
              <a:buFont typeface="Arial"/>
              <a:buChar char="•"/>
              <a:defRPr b="0" i="0" sz="2667" u="none" cap="none" strike="noStrike">
                <a:solidFill>
                  <a:schemeClr val="dk1"/>
                </a:solidFill>
                <a:latin typeface="Verdana"/>
                <a:ea typeface="Verdana"/>
                <a:cs typeface="Verdana"/>
                <a:sym typeface="Verdana"/>
              </a:defRPr>
            </a:lvl7pPr>
            <a:lvl8pPr indent="-397954" lvl="7" marL="3657600" marR="0" rtl="0" algn="l">
              <a:lnSpc>
                <a:spcPct val="100000"/>
              </a:lnSpc>
              <a:spcBef>
                <a:spcPts val="533"/>
              </a:spcBef>
              <a:spcAft>
                <a:spcPts val="0"/>
              </a:spcAft>
              <a:buClr>
                <a:schemeClr val="dk1"/>
              </a:buClr>
              <a:buSzPts val="2667"/>
              <a:buFont typeface="Arial"/>
              <a:buChar char="•"/>
              <a:defRPr b="0" i="0" sz="2667" u="none" cap="none" strike="noStrike">
                <a:solidFill>
                  <a:schemeClr val="dk1"/>
                </a:solidFill>
                <a:latin typeface="Verdana"/>
                <a:ea typeface="Verdana"/>
                <a:cs typeface="Verdana"/>
                <a:sym typeface="Verdana"/>
              </a:defRPr>
            </a:lvl8pPr>
            <a:lvl9pPr indent="-397954" lvl="8" marL="4114800" marR="0" rtl="0" algn="l">
              <a:lnSpc>
                <a:spcPct val="100000"/>
              </a:lnSpc>
              <a:spcBef>
                <a:spcPts val="533"/>
              </a:spcBef>
              <a:spcAft>
                <a:spcPts val="0"/>
              </a:spcAft>
              <a:buClr>
                <a:schemeClr val="dk1"/>
              </a:buClr>
              <a:buSzPts val="2667"/>
              <a:buFont typeface="Arial"/>
              <a:buChar char="•"/>
              <a:defRPr b="0" i="0" sz="2667" u="none" cap="none" strike="noStrike">
                <a:solidFill>
                  <a:schemeClr val="dk1"/>
                </a:solidFill>
                <a:latin typeface="Verdana"/>
                <a:ea typeface="Verdana"/>
                <a:cs typeface="Verdana"/>
                <a:sym typeface="Verdana"/>
              </a:defRPr>
            </a:lvl9pPr>
          </a:lstStyle>
          <a:p/>
        </p:txBody>
      </p:sp>
      <p:sp>
        <p:nvSpPr>
          <p:cNvPr id="132" name="Google Shape;132;p42"/>
          <p:cNvSpPr txBox="1"/>
          <p:nvPr>
            <p:ph idx="2" type="body"/>
          </p:nvPr>
        </p:nvSpPr>
        <p:spPr>
          <a:xfrm>
            <a:off x="1055438" y="3688095"/>
            <a:ext cx="10075539" cy="6044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chemeClr val="lt1"/>
              </a:buClr>
              <a:buSzPts val="2133"/>
              <a:buFont typeface="Arial"/>
              <a:buNone/>
              <a:defRPr b="0" i="0" sz="2133" u="none" cap="none" strike="noStrike">
                <a:solidFill>
                  <a:schemeClr val="lt1"/>
                </a:solidFill>
                <a:latin typeface="Verdana"/>
                <a:ea typeface="Verdana"/>
                <a:cs typeface="Verdana"/>
                <a:sym typeface="Verdana"/>
              </a:defRPr>
            </a:lvl1pPr>
            <a:lvl2pPr indent="-465645" lvl="1" marL="914400" marR="0" rtl="0" algn="l">
              <a:lnSpc>
                <a:spcPct val="100000"/>
              </a:lnSpc>
              <a:spcBef>
                <a:spcPts val="747"/>
              </a:spcBef>
              <a:spcAft>
                <a:spcPts val="0"/>
              </a:spcAft>
              <a:buClr>
                <a:schemeClr val="dk1"/>
              </a:buClr>
              <a:buSzPts val="3733"/>
              <a:buFont typeface="Arial"/>
              <a:buChar char="–"/>
              <a:defRPr b="0" i="0" sz="3733" u="none" cap="none" strike="noStrike">
                <a:solidFill>
                  <a:schemeClr val="dk1"/>
                </a:solidFill>
                <a:latin typeface="Verdana"/>
                <a:ea typeface="Verdana"/>
                <a:cs typeface="Verdana"/>
                <a:sym typeface="Verdana"/>
              </a:defRPr>
            </a:lvl2pPr>
            <a:lvl3pPr indent="-431800" lvl="2" marL="1371600" marR="0" rtl="0" algn="l">
              <a:lnSpc>
                <a:spcPct val="100000"/>
              </a:lnSpc>
              <a:spcBef>
                <a:spcPts val="640"/>
              </a:spcBef>
              <a:spcAft>
                <a:spcPts val="0"/>
              </a:spcAft>
              <a:buClr>
                <a:schemeClr val="dk1"/>
              </a:buClr>
              <a:buSzPts val="3200"/>
              <a:buFont typeface="Arial"/>
              <a:buChar char="•"/>
              <a:defRPr b="0" i="0" sz="3200" u="none" cap="none" strike="noStrike">
                <a:solidFill>
                  <a:schemeClr val="dk1"/>
                </a:solidFill>
                <a:latin typeface="Verdana"/>
                <a:ea typeface="Verdana"/>
                <a:cs typeface="Verdana"/>
                <a:sym typeface="Verdana"/>
              </a:defRPr>
            </a:lvl3pPr>
            <a:lvl4pPr indent="-397954" lvl="3" marL="1828800" marR="0" rtl="0" algn="l">
              <a:lnSpc>
                <a:spcPct val="100000"/>
              </a:lnSpc>
              <a:spcBef>
                <a:spcPts val="533"/>
              </a:spcBef>
              <a:spcAft>
                <a:spcPts val="0"/>
              </a:spcAft>
              <a:buClr>
                <a:schemeClr val="dk1"/>
              </a:buClr>
              <a:buSzPts val="2667"/>
              <a:buFont typeface="Arial"/>
              <a:buChar char="–"/>
              <a:defRPr b="0" i="0" sz="2667" u="none" cap="none" strike="noStrike">
                <a:solidFill>
                  <a:schemeClr val="dk1"/>
                </a:solidFill>
                <a:latin typeface="Verdana"/>
                <a:ea typeface="Verdana"/>
                <a:cs typeface="Verdana"/>
                <a:sym typeface="Verdana"/>
              </a:defRPr>
            </a:lvl4pPr>
            <a:lvl5pPr indent="-397954" lvl="4" marL="2286000" marR="0" rtl="0" algn="l">
              <a:lnSpc>
                <a:spcPct val="100000"/>
              </a:lnSpc>
              <a:spcBef>
                <a:spcPts val="533"/>
              </a:spcBef>
              <a:spcAft>
                <a:spcPts val="0"/>
              </a:spcAft>
              <a:buClr>
                <a:schemeClr val="dk1"/>
              </a:buClr>
              <a:buSzPts val="2667"/>
              <a:buFont typeface="Arial"/>
              <a:buChar char="»"/>
              <a:defRPr b="0" i="0" sz="2667" u="none" cap="none" strike="noStrike">
                <a:solidFill>
                  <a:schemeClr val="dk1"/>
                </a:solidFill>
                <a:latin typeface="Verdana"/>
                <a:ea typeface="Verdana"/>
                <a:cs typeface="Verdana"/>
                <a:sym typeface="Verdana"/>
              </a:defRPr>
            </a:lvl5pPr>
            <a:lvl6pPr indent="-397954" lvl="5" marL="2743200" marR="0" rtl="0" algn="l">
              <a:lnSpc>
                <a:spcPct val="100000"/>
              </a:lnSpc>
              <a:spcBef>
                <a:spcPts val="533"/>
              </a:spcBef>
              <a:spcAft>
                <a:spcPts val="0"/>
              </a:spcAft>
              <a:buClr>
                <a:schemeClr val="dk1"/>
              </a:buClr>
              <a:buSzPts val="2667"/>
              <a:buFont typeface="Arial"/>
              <a:buChar char="•"/>
              <a:defRPr b="0" i="0" sz="2667" u="none" cap="none" strike="noStrike">
                <a:solidFill>
                  <a:schemeClr val="dk1"/>
                </a:solidFill>
                <a:latin typeface="Verdana"/>
                <a:ea typeface="Verdana"/>
                <a:cs typeface="Verdana"/>
                <a:sym typeface="Verdana"/>
              </a:defRPr>
            </a:lvl6pPr>
            <a:lvl7pPr indent="-397954" lvl="6" marL="3200400" marR="0" rtl="0" algn="l">
              <a:lnSpc>
                <a:spcPct val="100000"/>
              </a:lnSpc>
              <a:spcBef>
                <a:spcPts val="533"/>
              </a:spcBef>
              <a:spcAft>
                <a:spcPts val="0"/>
              </a:spcAft>
              <a:buClr>
                <a:schemeClr val="dk1"/>
              </a:buClr>
              <a:buSzPts val="2667"/>
              <a:buFont typeface="Arial"/>
              <a:buChar char="•"/>
              <a:defRPr b="0" i="0" sz="2667" u="none" cap="none" strike="noStrike">
                <a:solidFill>
                  <a:schemeClr val="dk1"/>
                </a:solidFill>
                <a:latin typeface="Verdana"/>
                <a:ea typeface="Verdana"/>
                <a:cs typeface="Verdana"/>
                <a:sym typeface="Verdana"/>
              </a:defRPr>
            </a:lvl7pPr>
            <a:lvl8pPr indent="-397954" lvl="7" marL="3657600" marR="0" rtl="0" algn="l">
              <a:lnSpc>
                <a:spcPct val="100000"/>
              </a:lnSpc>
              <a:spcBef>
                <a:spcPts val="533"/>
              </a:spcBef>
              <a:spcAft>
                <a:spcPts val="0"/>
              </a:spcAft>
              <a:buClr>
                <a:schemeClr val="dk1"/>
              </a:buClr>
              <a:buSzPts val="2667"/>
              <a:buFont typeface="Arial"/>
              <a:buChar char="•"/>
              <a:defRPr b="0" i="0" sz="2667" u="none" cap="none" strike="noStrike">
                <a:solidFill>
                  <a:schemeClr val="dk1"/>
                </a:solidFill>
                <a:latin typeface="Verdana"/>
                <a:ea typeface="Verdana"/>
                <a:cs typeface="Verdana"/>
                <a:sym typeface="Verdana"/>
              </a:defRPr>
            </a:lvl8pPr>
            <a:lvl9pPr indent="-397954" lvl="8" marL="4114800" marR="0" rtl="0" algn="l">
              <a:lnSpc>
                <a:spcPct val="100000"/>
              </a:lnSpc>
              <a:spcBef>
                <a:spcPts val="533"/>
              </a:spcBef>
              <a:spcAft>
                <a:spcPts val="0"/>
              </a:spcAft>
              <a:buClr>
                <a:schemeClr val="dk1"/>
              </a:buClr>
              <a:buSzPts val="2667"/>
              <a:buFont typeface="Arial"/>
              <a:buChar char="•"/>
              <a:defRPr b="0" i="0" sz="2667" u="none" cap="none" strike="noStrike">
                <a:solidFill>
                  <a:schemeClr val="dk1"/>
                </a:solidFill>
                <a:latin typeface="Verdana"/>
                <a:ea typeface="Verdana"/>
                <a:cs typeface="Verdana"/>
                <a:sym typeface="Verdana"/>
              </a:defRPr>
            </a:lvl9pPr>
          </a:lstStyle>
          <a:p/>
        </p:txBody>
      </p:sp>
      <p:pic>
        <p:nvPicPr>
          <p:cNvPr descr="Untitled-1-10-08.png" id="133" name="Google Shape;133;p42"/>
          <p:cNvPicPr preferRelativeResize="0"/>
          <p:nvPr/>
        </p:nvPicPr>
        <p:blipFill rotWithShape="1">
          <a:blip r:embed="rId2">
            <a:alphaModFix/>
          </a:blip>
          <a:srcRect b="18749" l="7219" r="60465" t="11458"/>
          <a:stretch/>
        </p:blipFill>
        <p:spPr>
          <a:xfrm>
            <a:off x="94687" y="404664"/>
            <a:ext cx="711171" cy="864096"/>
          </a:xfrm>
          <a:prstGeom prst="rect">
            <a:avLst/>
          </a:prstGeom>
          <a:noFill/>
          <a:ln>
            <a:noFill/>
          </a:ln>
        </p:spPr>
      </p:pic>
      <p:pic>
        <p:nvPicPr>
          <p:cNvPr id="134" name="Google Shape;134;p42"/>
          <p:cNvPicPr preferRelativeResize="0"/>
          <p:nvPr/>
        </p:nvPicPr>
        <p:blipFill rotWithShape="1">
          <a:blip r:embed="rId3">
            <a:alphaModFix/>
          </a:blip>
          <a:srcRect b="35276" l="77683" r="16938" t="62214"/>
          <a:stretch/>
        </p:blipFill>
        <p:spPr>
          <a:xfrm rot="5400000">
            <a:off x="9951316" y="-63612"/>
            <a:ext cx="2207568" cy="2313694"/>
          </a:xfrm>
          <a:prstGeom prst="rect">
            <a:avLst/>
          </a:prstGeom>
          <a:noFill/>
          <a:ln>
            <a:noFill/>
          </a:ln>
        </p:spPr>
      </p:pic>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ogo - Final Slide">
  <p:cSld name="Logo - Final Slide">
    <p:spTree>
      <p:nvGrpSpPr>
        <p:cNvPr id="135" name="Shape 135"/>
        <p:cNvGrpSpPr/>
        <p:nvPr/>
      </p:nvGrpSpPr>
      <p:grpSpPr>
        <a:xfrm>
          <a:off x="0" y="0"/>
          <a:ext cx="0" cy="0"/>
          <a:chOff x="0" y="0"/>
          <a:chExt cx="0" cy="0"/>
        </a:xfrm>
      </p:grpSpPr>
      <p:pic>
        <p:nvPicPr>
          <p:cNvPr descr="Untitled-1-11.png" id="136" name="Google Shape;136;p43"/>
          <p:cNvPicPr preferRelativeResize="0"/>
          <p:nvPr/>
        </p:nvPicPr>
        <p:blipFill rotWithShape="1">
          <a:blip r:embed="rId2">
            <a:alphaModFix/>
          </a:blip>
          <a:srcRect b="0" l="0" r="0" t="0"/>
          <a:stretch/>
        </p:blipFill>
        <p:spPr>
          <a:xfrm>
            <a:off x="5031077" y="2000240"/>
            <a:ext cx="2136493" cy="2503855"/>
          </a:xfrm>
          <a:prstGeom prst="rect">
            <a:avLst/>
          </a:prstGeom>
          <a:noFill/>
          <a:ln>
            <a:noFill/>
          </a:ln>
        </p:spPr>
      </p:pic>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ogo - Thankyou Slide">
  <p:cSld name="Logo - Thankyou Slide">
    <p:spTree>
      <p:nvGrpSpPr>
        <p:cNvPr id="137" name="Shape 137"/>
        <p:cNvGrpSpPr/>
        <p:nvPr/>
      </p:nvGrpSpPr>
      <p:grpSpPr>
        <a:xfrm>
          <a:off x="0" y="0"/>
          <a:ext cx="0" cy="0"/>
          <a:chOff x="0" y="0"/>
          <a:chExt cx="0" cy="0"/>
        </a:xfrm>
      </p:grpSpPr>
      <p:pic>
        <p:nvPicPr>
          <p:cNvPr descr="Untitled-1-02.png" id="138" name="Google Shape;138;p45"/>
          <p:cNvPicPr preferRelativeResize="0"/>
          <p:nvPr/>
        </p:nvPicPr>
        <p:blipFill rotWithShape="1">
          <a:blip r:embed="rId2">
            <a:alphaModFix/>
          </a:blip>
          <a:srcRect b="0" l="0" r="0" t="0"/>
          <a:stretch/>
        </p:blipFill>
        <p:spPr>
          <a:xfrm>
            <a:off x="-1" y="0"/>
            <a:ext cx="12216681" cy="6858000"/>
          </a:xfrm>
          <a:prstGeom prst="rect">
            <a:avLst/>
          </a:prstGeom>
          <a:noFill/>
          <a:ln>
            <a:noFill/>
          </a:ln>
        </p:spPr>
      </p:pic>
      <p:pic>
        <p:nvPicPr>
          <p:cNvPr descr="Untitled-1-10-08.png" id="139" name="Google Shape;139;p45"/>
          <p:cNvPicPr preferRelativeResize="0"/>
          <p:nvPr/>
        </p:nvPicPr>
        <p:blipFill rotWithShape="1">
          <a:blip r:embed="rId3">
            <a:alphaModFix/>
          </a:blip>
          <a:srcRect b="18749" l="7219" r="60465" t="11458"/>
          <a:stretch/>
        </p:blipFill>
        <p:spPr>
          <a:xfrm>
            <a:off x="5248196" y="836712"/>
            <a:ext cx="1705060" cy="2071702"/>
          </a:xfrm>
          <a:prstGeom prst="rect">
            <a:avLst/>
          </a:prstGeom>
          <a:noFill/>
          <a:ln>
            <a:noFill/>
          </a:ln>
        </p:spPr>
      </p:pic>
      <p:pic>
        <p:nvPicPr>
          <p:cNvPr descr="Untitled-1-08.png" id="140" name="Google Shape;140;p45"/>
          <p:cNvPicPr preferRelativeResize="0"/>
          <p:nvPr/>
        </p:nvPicPr>
        <p:blipFill rotWithShape="1">
          <a:blip r:embed="rId4">
            <a:alphaModFix/>
          </a:blip>
          <a:srcRect b="3263" l="8928" r="65237" t="8178"/>
          <a:stretch/>
        </p:blipFill>
        <p:spPr>
          <a:xfrm flipH="1">
            <a:off x="8858312" y="0"/>
            <a:ext cx="3309918" cy="6858000"/>
          </a:xfrm>
          <a:prstGeom prst="rect">
            <a:avLst/>
          </a:prstGeom>
          <a:noFill/>
          <a:ln>
            <a:noFill/>
          </a:ln>
        </p:spPr>
      </p:pic>
      <p:pic>
        <p:nvPicPr>
          <p:cNvPr descr="Untitled-1-08.png" id="141" name="Google Shape;141;p45"/>
          <p:cNvPicPr preferRelativeResize="0"/>
          <p:nvPr/>
        </p:nvPicPr>
        <p:blipFill rotWithShape="1">
          <a:blip r:embed="rId4">
            <a:alphaModFix/>
          </a:blip>
          <a:srcRect b="3142" l="8928" r="63006" t="8301"/>
          <a:stretch/>
        </p:blipFill>
        <p:spPr>
          <a:xfrm>
            <a:off x="52058" y="0"/>
            <a:ext cx="3595670" cy="6858000"/>
          </a:xfrm>
          <a:prstGeom prst="rect">
            <a:avLst/>
          </a:prstGeom>
          <a:noFill/>
          <a:ln>
            <a:noFill/>
          </a:ln>
        </p:spPr>
      </p:pic>
      <p:sp>
        <p:nvSpPr>
          <p:cNvPr id="142" name="Google Shape;142;p45"/>
          <p:cNvSpPr txBox="1"/>
          <p:nvPr>
            <p:ph idx="1" type="body"/>
          </p:nvPr>
        </p:nvSpPr>
        <p:spPr>
          <a:xfrm>
            <a:off x="3261130" y="3267152"/>
            <a:ext cx="5620952" cy="881928"/>
          </a:xfrm>
          <a:prstGeom prst="rect">
            <a:avLst/>
          </a:prstGeom>
          <a:noFill/>
          <a:ln>
            <a:noFill/>
          </a:ln>
        </p:spPr>
        <p:txBody>
          <a:bodyPr anchorCtr="0" anchor="b" bIns="45700" lIns="91425" spcFirstLastPara="1" rIns="91425" wrap="square" tIns="45700">
            <a:noAutofit/>
          </a:bodyPr>
          <a:lstStyle>
            <a:lvl1pPr indent="-228600" lvl="0" marL="457200" marR="0" rtl="0" algn="ctr">
              <a:lnSpc>
                <a:spcPct val="100000"/>
              </a:lnSpc>
              <a:spcBef>
                <a:spcPts val="0"/>
              </a:spcBef>
              <a:spcAft>
                <a:spcPts val="0"/>
              </a:spcAft>
              <a:buClr>
                <a:schemeClr val="lt1"/>
              </a:buClr>
              <a:buSzPts val="4800"/>
              <a:buFont typeface="Arial"/>
              <a:buNone/>
              <a:defRPr b="1" i="0" sz="4800" u="none" cap="none" strike="noStrike">
                <a:solidFill>
                  <a:schemeClr val="lt1"/>
                </a:solidFill>
                <a:latin typeface="Verdana"/>
                <a:ea typeface="Verdana"/>
                <a:cs typeface="Verdana"/>
                <a:sym typeface="Verdana"/>
              </a:defRPr>
            </a:lvl1pPr>
            <a:lvl2pPr indent="-465645" lvl="1" marL="914400" marR="0" rtl="0" algn="l">
              <a:lnSpc>
                <a:spcPct val="100000"/>
              </a:lnSpc>
              <a:spcBef>
                <a:spcPts val="747"/>
              </a:spcBef>
              <a:spcAft>
                <a:spcPts val="0"/>
              </a:spcAft>
              <a:buClr>
                <a:schemeClr val="dk1"/>
              </a:buClr>
              <a:buSzPts val="3733"/>
              <a:buFont typeface="Arial"/>
              <a:buChar char="–"/>
              <a:defRPr b="0" i="0" sz="3733" u="none" cap="none" strike="noStrike">
                <a:solidFill>
                  <a:schemeClr val="dk1"/>
                </a:solidFill>
                <a:latin typeface="Verdana"/>
                <a:ea typeface="Verdana"/>
                <a:cs typeface="Verdana"/>
                <a:sym typeface="Verdana"/>
              </a:defRPr>
            </a:lvl2pPr>
            <a:lvl3pPr indent="-431800" lvl="2" marL="1371600" marR="0" rtl="0" algn="l">
              <a:lnSpc>
                <a:spcPct val="100000"/>
              </a:lnSpc>
              <a:spcBef>
                <a:spcPts val="640"/>
              </a:spcBef>
              <a:spcAft>
                <a:spcPts val="0"/>
              </a:spcAft>
              <a:buClr>
                <a:schemeClr val="dk1"/>
              </a:buClr>
              <a:buSzPts val="3200"/>
              <a:buFont typeface="Arial"/>
              <a:buChar char="•"/>
              <a:defRPr b="0" i="0" sz="3200" u="none" cap="none" strike="noStrike">
                <a:solidFill>
                  <a:schemeClr val="dk1"/>
                </a:solidFill>
                <a:latin typeface="Verdana"/>
                <a:ea typeface="Verdana"/>
                <a:cs typeface="Verdana"/>
                <a:sym typeface="Verdana"/>
              </a:defRPr>
            </a:lvl3pPr>
            <a:lvl4pPr indent="-397954" lvl="3" marL="1828800" marR="0" rtl="0" algn="l">
              <a:lnSpc>
                <a:spcPct val="100000"/>
              </a:lnSpc>
              <a:spcBef>
                <a:spcPts val="533"/>
              </a:spcBef>
              <a:spcAft>
                <a:spcPts val="0"/>
              </a:spcAft>
              <a:buClr>
                <a:schemeClr val="dk1"/>
              </a:buClr>
              <a:buSzPts val="2667"/>
              <a:buFont typeface="Arial"/>
              <a:buChar char="–"/>
              <a:defRPr b="0" i="0" sz="2667" u="none" cap="none" strike="noStrike">
                <a:solidFill>
                  <a:schemeClr val="dk1"/>
                </a:solidFill>
                <a:latin typeface="Verdana"/>
                <a:ea typeface="Verdana"/>
                <a:cs typeface="Verdana"/>
                <a:sym typeface="Verdana"/>
              </a:defRPr>
            </a:lvl4pPr>
            <a:lvl5pPr indent="-397954" lvl="4" marL="2286000" marR="0" rtl="0" algn="l">
              <a:lnSpc>
                <a:spcPct val="100000"/>
              </a:lnSpc>
              <a:spcBef>
                <a:spcPts val="533"/>
              </a:spcBef>
              <a:spcAft>
                <a:spcPts val="0"/>
              </a:spcAft>
              <a:buClr>
                <a:schemeClr val="dk1"/>
              </a:buClr>
              <a:buSzPts val="2667"/>
              <a:buFont typeface="Arial"/>
              <a:buChar char="»"/>
              <a:defRPr b="0" i="0" sz="2667" u="none" cap="none" strike="noStrike">
                <a:solidFill>
                  <a:schemeClr val="dk1"/>
                </a:solidFill>
                <a:latin typeface="Verdana"/>
                <a:ea typeface="Verdana"/>
                <a:cs typeface="Verdana"/>
                <a:sym typeface="Verdana"/>
              </a:defRPr>
            </a:lvl5pPr>
            <a:lvl6pPr indent="-397954" lvl="5" marL="2743200" marR="0" rtl="0" algn="l">
              <a:lnSpc>
                <a:spcPct val="100000"/>
              </a:lnSpc>
              <a:spcBef>
                <a:spcPts val="533"/>
              </a:spcBef>
              <a:spcAft>
                <a:spcPts val="0"/>
              </a:spcAft>
              <a:buClr>
                <a:schemeClr val="dk1"/>
              </a:buClr>
              <a:buSzPts val="2667"/>
              <a:buFont typeface="Arial"/>
              <a:buChar char="•"/>
              <a:defRPr b="0" i="0" sz="2667" u="none" cap="none" strike="noStrike">
                <a:solidFill>
                  <a:schemeClr val="dk1"/>
                </a:solidFill>
                <a:latin typeface="Verdana"/>
                <a:ea typeface="Verdana"/>
                <a:cs typeface="Verdana"/>
                <a:sym typeface="Verdana"/>
              </a:defRPr>
            </a:lvl6pPr>
            <a:lvl7pPr indent="-397954" lvl="6" marL="3200400" marR="0" rtl="0" algn="l">
              <a:lnSpc>
                <a:spcPct val="100000"/>
              </a:lnSpc>
              <a:spcBef>
                <a:spcPts val="533"/>
              </a:spcBef>
              <a:spcAft>
                <a:spcPts val="0"/>
              </a:spcAft>
              <a:buClr>
                <a:schemeClr val="dk1"/>
              </a:buClr>
              <a:buSzPts val="2667"/>
              <a:buFont typeface="Arial"/>
              <a:buChar char="•"/>
              <a:defRPr b="0" i="0" sz="2667" u="none" cap="none" strike="noStrike">
                <a:solidFill>
                  <a:schemeClr val="dk1"/>
                </a:solidFill>
                <a:latin typeface="Verdana"/>
                <a:ea typeface="Verdana"/>
                <a:cs typeface="Verdana"/>
                <a:sym typeface="Verdana"/>
              </a:defRPr>
            </a:lvl7pPr>
            <a:lvl8pPr indent="-397954" lvl="7" marL="3657600" marR="0" rtl="0" algn="l">
              <a:lnSpc>
                <a:spcPct val="100000"/>
              </a:lnSpc>
              <a:spcBef>
                <a:spcPts val="533"/>
              </a:spcBef>
              <a:spcAft>
                <a:spcPts val="0"/>
              </a:spcAft>
              <a:buClr>
                <a:schemeClr val="dk1"/>
              </a:buClr>
              <a:buSzPts val="2667"/>
              <a:buFont typeface="Arial"/>
              <a:buChar char="•"/>
              <a:defRPr b="0" i="0" sz="2667" u="none" cap="none" strike="noStrike">
                <a:solidFill>
                  <a:schemeClr val="dk1"/>
                </a:solidFill>
                <a:latin typeface="Verdana"/>
                <a:ea typeface="Verdana"/>
                <a:cs typeface="Verdana"/>
                <a:sym typeface="Verdana"/>
              </a:defRPr>
            </a:lvl8pPr>
            <a:lvl9pPr indent="-397954" lvl="8" marL="4114800" marR="0" rtl="0" algn="l">
              <a:lnSpc>
                <a:spcPct val="100000"/>
              </a:lnSpc>
              <a:spcBef>
                <a:spcPts val="533"/>
              </a:spcBef>
              <a:spcAft>
                <a:spcPts val="0"/>
              </a:spcAft>
              <a:buClr>
                <a:schemeClr val="dk1"/>
              </a:buClr>
              <a:buSzPts val="2667"/>
              <a:buFont typeface="Arial"/>
              <a:buChar char="•"/>
              <a:defRPr b="0" i="0" sz="2667" u="none" cap="none" strike="noStrike">
                <a:solidFill>
                  <a:schemeClr val="dk1"/>
                </a:solidFill>
                <a:latin typeface="Verdana"/>
                <a:ea typeface="Verdana"/>
                <a:cs typeface="Verdana"/>
                <a:sym typeface="Verdana"/>
              </a:defRPr>
            </a:lvl9pPr>
          </a:lstStyle>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xt Layout 2 w/ Image2">
  <p:cSld name="1_Text Layout 2 w/ Image2">
    <p:spTree>
      <p:nvGrpSpPr>
        <p:cNvPr id="143" name="Shape 143"/>
        <p:cNvGrpSpPr/>
        <p:nvPr/>
      </p:nvGrpSpPr>
      <p:grpSpPr>
        <a:xfrm>
          <a:off x="0" y="0"/>
          <a:ext cx="0" cy="0"/>
          <a:chOff x="0" y="0"/>
          <a:chExt cx="0" cy="0"/>
        </a:xfrm>
      </p:grpSpPr>
      <p:sp>
        <p:nvSpPr>
          <p:cNvPr id="144" name="Google Shape;144;p46"/>
          <p:cNvSpPr/>
          <p:nvPr/>
        </p:nvSpPr>
        <p:spPr>
          <a:xfrm>
            <a:off x="2309786" y="-13664"/>
            <a:ext cx="9882214" cy="6871664"/>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Verdana"/>
              <a:ea typeface="Verdana"/>
              <a:cs typeface="Verdana"/>
              <a:sym typeface="Verdana"/>
            </a:endParaRPr>
          </a:p>
        </p:txBody>
      </p:sp>
      <p:sp>
        <p:nvSpPr>
          <p:cNvPr id="145" name="Google Shape;145;p46"/>
          <p:cNvSpPr/>
          <p:nvPr>
            <p:ph idx="2" type="pic"/>
          </p:nvPr>
        </p:nvSpPr>
        <p:spPr>
          <a:xfrm>
            <a:off x="2501183" y="-23524"/>
            <a:ext cx="9690817" cy="6900808"/>
          </a:xfrm>
          <a:prstGeom prst="rect">
            <a:avLst/>
          </a:prstGeom>
          <a:noFill/>
          <a:ln>
            <a:noFill/>
          </a:ln>
        </p:spPr>
      </p:sp>
      <p:pic>
        <p:nvPicPr>
          <p:cNvPr descr="rr email template-09.png" id="146" name="Google Shape;146;p46"/>
          <p:cNvPicPr preferRelativeResize="0"/>
          <p:nvPr/>
        </p:nvPicPr>
        <p:blipFill rotWithShape="1">
          <a:blip r:embed="rId2">
            <a:alphaModFix/>
          </a:blip>
          <a:srcRect b="0" l="55442" r="0" t="0"/>
          <a:stretch/>
        </p:blipFill>
        <p:spPr>
          <a:xfrm flipH="1">
            <a:off x="-1" y="-27385"/>
            <a:ext cx="5442365" cy="6927873"/>
          </a:xfrm>
          <a:prstGeom prst="rect">
            <a:avLst/>
          </a:prstGeom>
          <a:noFill/>
          <a:ln>
            <a:noFill/>
          </a:ln>
        </p:spPr>
      </p:pic>
      <p:sp>
        <p:nvSpPr>
          <p:cNvPr id="147" name="Google Shape;147;p46"/>
          <p:cNvSpPr txBox="1"/>
          <p:nvPr>
            <p:ph idx="1" type="body"/>
          </p:nvPr>
        </p:nvSpPr>
        <p:spPr>
          <a:xfrm>
            <a:off x="452398" y="1834751"/>
            <a:ext cx="3786214" cy="3329567"/>
          </a:xfrm>
          <a:prstGeom prst="rect">
            <a:avLst/>
          </a:prstGeom>
          <a:noFill/>
          <a:ln>
            <a:noFill/>
          </a:ln>
        </p:spPr>
        <p:txBody>
          <a:bodyPr anchorCtr="0" anchor="ctr" bIns="45700" lIns="91425" spcFirstLastPara="1" rIns="91425" wrap="square" tIns="45700">
            <a:noAutofit/>
          </a:bodyPr>
          <a:lstStyle>
            <a:lvl1pPr indent="-228600" lvl="0" marL="457200" marR="0" rtl="0" algn="ctr">
              <a:lnSpc>
                <a:spcPct val="120000"/>
              </a:lnSpc>
              <a:spcBef>
                <a:spcPts val="0"/>
              </a:spcBef>
              <a:spcAft>
                <a:spcPts val="0"/>
              </a:spcAft>
              <a:buClr>
                <a:schemeClr val="lt1"/>
              </a:buClr>
              <a:buSzPts val="2800"/>
              <a:buFont typeface="Arial"/>
              <a:buNone/>
              <a:defRPr b="0" i="0" sz="2800" u="none" cap="none" strike="noStrike">
                <a:solidFill>
                  <a:schemeClr val="lt1"/>
                </a:solidFill>
                <a:latin typeface="Verdana"/>
                <a:ea typeface="Verdana"/>
                <a:cs typeface="Verdana"/>
                <a:sym typeface="Verdana"/>
              </a:defRPr>
            </a:lvl1pPr>
            <a:lvl2pPr indent="-465645" lvl="1" marL="914400" marR="0" rtl="0" algn="l">
              <a:lnSpc>
                <a:spcPct val="100000"/>
              </a:lnSpc>
              <a:spcBef>
                <a:spcPts val="747"/>
              </a:spcBef>
              <a:spcAft>
                <a:spcPts val="0"/>
              </a:spcAft>
              <a:buClr>
                <a:schemeClr val="dk1"/>
              </a:buClr>
              <a:buSzPts val="3733"/>
              <a:buFont typeface="Arial"/>
              <a:buChar char="–"/>
              <a:defRPr b="0" i="0" sz="3733" u="none" cap="none" strike="noStrike">
                <a:solidFill>
                  <a:schemeClr val="dk1"/>
                </a:solidFill>
                <a:latin typeface="Verdana"/>
                <a:ea typeface="Verdana"/>
                <a:cs typeface="Verdana"/>
                <a:sym typeface="Verdana"/>
              </a:defRPr>
            </a:lvl2pPr>
            <a:lvl3pPr indent="-431800" lvl="2" marL="1371600" marR="0" rtl="0" algn="l">
              <a:lnSpc>
                <a:spcPct val="100000"/>
              </a:lnSpc>
              <a:spcBef>
                <a:spcPts val="640"/>
              </a:spcBef>
              <a:spcAft>
                <a:spcPts val="0"/>
              </a:spcAft>
              <a:buClr>
                <a:schemeClr val="dk1"/>
              </a:buClr>
              <a:buSzPts val="3200"/>
              <a:buFont typeface="Arial"/>
              <a:buChar char="•"/>
              <a:defRPr b="0" i="0" sz="3200" u="none" cap="none" strike="noStrike">
                <a:solidFill>
                  <a:schemeClr val="dk1"/>
                </a:solidFill>
                <a:latin typeface="Verdana"/>
                <a:ea typeface="Verdana"/>
                <a:cs typeface="Verdana"/>
                <a:sym typeface="Verdana"/>
              </a:defRPr>
            </a:lvl3pPr>
            <a:lvl4pPr indent="-397954" lvl="3" marL="1828800" marR="0" rtl="0" algn="l">
              <a:lnSpc>
                <a:spcPct val="100000"/>
              </a:lnSpc>
              <a:spcBef>
                <a:spcPts val="533"/>
              </a:spcBef>
              <a:spcAft>
                <a:spcPts val="0"/>
              </a:spcAft>
              <a:buClr>
                <a:schemeClr val="dk1"/>
              </a:buClr>
              <a:buSzPts val="2667"/>
              <a:buFont typeface="Arial"/>
              <a:buChar char="–"/>
              <a:defRPr b="0" i="0" sz="2667" u="none" cap="none" strike="noStrike">
                <a:solidFill>
                  <a:schemeClr val="dk1"/>
                </a:solidFill>
                <a:latin typeface="Verdana"/>
                <a:ea typeface="Verdana"/>
                <a:cs typeface="Verdana"/>
                <a:sym typeface="Verdana"/>
              </a:defRPr>
            </a:lvl4pPr>
            <a:lvl5pPr indent="-397954" lvl="4" marL="2286000" marR="0" rtl="0" algn="l">
              <a:lnSpc>
                <a:spcPct val="100000"/>
              </a:lnSpc>
              <a:spcBef>
                <a:spcPts val="533"/>
              </a:spcBef>
              <a:spcAft>
                <a:spcPts val="0"/>
              </a:spcAft>
              <a:buClr>
                <a:schemeClr val="dk1"/>
              </a:buClr>
              <a:buSzPts val="2667"/>
              <a:buFont typeface="Arial"/>
              <a:buChar char="»"/>
              <a:defRPr b="0" i="0" sz="2667" u="none" cap="none" strike="noStrike">
                <a:solidFill>
                  <a:schemeClr val="dk1"/>
                </a:solidFill>
                <a:latin typeface="Verdana"/>
                <a:ea typeface="Verdana"/>
                <a:cs typeface="Verdana"/>
                <a:sym typeface="Verdana"/>
              </a:defRPr>
            </a:lvl5pPr>
            <a:lvl6pPr indent="-397954" lvl="5" marL="2743200" marR="0" rtl="0" algn="l">
              <a:lnSpc>
                <a:spcPct val="100000"/>
              </a:lnSpc>
              <a:spcBef>
                <a:spcPts val="533"/>
              </a:spcBef>
              <a:spcAft>
                <a:spcPts val="0"/>
              </a:spcAft>
              <a:buClr>
                <a:schemeClr val="dk1"/>
              </a:buClr>
              <a:buSzPts val="2667"/>
              <a:buFont typeface="Arial"/>
              <a:buChar char="•"/>
              <a:defRPr b="0" i="0" sz="2667" u="none" cap="none" strike="noStrike">
                <a:solidFill>
                  <a:schemeClr val="dk1"/>
                </a:solidFill>
                <a:latin typeface="Verdana"/>
                <a:ea typeface="Verdana"/>
                <a:cs typeface="Verdana"/>
                <a:sym typeface="Verdana"/>
              </a:defRPr>
            </a:lvl6pPr>
            <a:lvl7pPr indent="-397954" lvl="6" marL="3200400" marR="0" rtl="0" algn="l">
              <a:lnSpc>
                <a:spcPct val="100000"/>
              </a:lnSpc>
              <a:spcBef>
                <a:spcPts val="533"/>
              </a:spcBef>
              <a:spcAft>
                <a:spcPts val="0"/>
              </a:spcAft>
              <a:buClr>
                <a:schemeClr val="dk1"/>
              </a:buClr>
              <a:buSzPts val="2667"/>
              <a:buFont typeface="Arial"/>
              <a:buChar char="•"/>
              <a:defRPr b="0" i="0" sz="2667" u="none" cap="none" strike="noStrike">
                <a:solidFill>
                  <a:schemeClr val="dk1"/>
                </a:solidFill>
                <a:latin typeface="Verdana"/>
                <a:ea typeface="Verdana"/>
                <a:cs typeface="Verdana"/>
                <a:sym typeface="Verdana"/>
              </a:defRPr>
            </a:lvl7pPr>
            <a:lvl8pPr indent="-397954" lvl="7" marL="3657600" marR="0" rtl="0" algn="l">
              <a:lnSpc>
                <a:spcPct val="100000"/>
              </a:lnSpc>
              <a:spcBef>
                <a:spcPts val="533"/>
              </a:spcBef>
              <a:spcAft>
                <a:spcPts val="0"/>
              </a:spcAft>
              <a:buClr>
                <a:schemeClr val="dk1"/>
              </a:buClr>
              <a:buSzPts val="2667"/>
              <a:buFont typeface="Arial"/>
              <a:buChar char="•"/>
              <a:defRPr b="0" i="0" sz="2667" u="none" cap="none" strike="noStrike">
                <a:solidFill>
                  <a:schemeClr val="dk1"/>
                </a:solidFill>
                <a:latin typeface="Verdana"/>
                <a:ea typeface="Verdana"/>
                <a:cs typeface="Verdana"/>
                <a:sym typeface="Verdana"/>
              </a:defRPr>
            </a:lvl8pPr>
            <a:lvl9pPr indent="-397954" lvl="8" marL="4114800" marR="0" rtl="0" algn="l">
              <a:lnSpc>
                <a:spcPct val="100000"/>
              </a:lnSpc>
              <a:spcBef>
                <a:spcPts val="533"/>
              </a:spcBef>
              <a:spcAft>
                <a:spcPts val="0"/>
              </a:spcAft>
              <a:buClr>
                <a:schemeClr val="dk1"/>
              </a:buClr>
              <a:buSzPts val="2667"/>
              <a:buFont typeface="Arial"/>
              <a:buChar char="•"/>
              <a:defRPr b="0" i="0" sz="2667" u="none" cap="none" strike="noStrike">
                <a:solidFill>
                  <a:schemeClr val="dk1"/>
                </a:solidFill>
                <a:latin typeface="Verdana"/>
                <a:ea typeface="Verdana"/>
                <a:cs typeface="Verdana"/>
                <a:sym typeface="Verdana"/>
              </a:defRPr>
            </a:lvl9pPr>
          </a:lstStyle>
          <a:p/>
        </p:txBody>
      </p:sp>
      <p:pic>
        <p:nvPicPr>
          <p:cNvPr descr="rr email template-09.png" id="148" name="Google Shape;148;p46"/>
          <p:cNvPicPr preferRelativeResize="0"/>
          <p:nvPr/>
        </p:nvPicPr>
        <p:blipFill rotWithShape="1">
          <a:blip r:embed="rId2">
            <a:alphaModFix/>
          </a:blip>
          <a:srcRect b="0" l="16596" r="55358" t="206"/>
          <a:stretch/>
        </p:blipFill>
        <p:spPr>
          <a:xfrm flipH="1">
            <a:off x="2098845" y="-27384"/>
            <a:ext cx="3425651" cy="6914152"/>
          </a:xfrm>
          <a:prstGeom prst="rect">
            <a:avLst/>
          </a:prstGeom>
          <a:noFill/>
          <a:ln>
            <a:noFill/>
          </a:ln>
        </p:spPr>
      </p:pic>
      <p:pic>
        <p:nvPicPr>
          <p:cNvPr descr="Untitled-1-11.png" id="149" name="Google Shape;149;p46"/>
          <p:cNvPicPr preferRelativeResize="0"/>
          <p:nvPr/>
        </p:nvPicPr>
        <p:blipFill rotWithShape="1">
          <a:blip r:embed="rId3">
            <a:alphaModFix/>
          </a:blip>
          <a:srcRect b="0" l="0" r="0" t="0"/>
          <a:stretch/>
        </p:blipFill>
        <p:spPr>
          <a:xfrm>
            <a:off x="-24680" y="285728"/>
            <a:ext cx="914353" cy="1071569"/>
          </a:xfrm>
          <a:prstGeom prst="rect">
            <a:avLst/>
          </a:prstGeom>
          <a:noFill/>
          <a:ln>
            <a:noFill/>
          </a:ln>
        </p:spPr>
      </p:pic>
      <p:sp>
        <p:nvSpPr>
          <p:cNvPr id="150" name="Google Shape;150;p46"/>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Verdana"/>
                <a:ea typeface="Verdana"/>
                <a:cs typeface="Verdana"/>
                <a:sym typeface="Verdana"/>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Verdana"/>
                <a:ea typeface="Verdana"/>
                <a:cs typeface="Verdana"/>
                <a:sym typeface="Verdana"/>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Verdana"/>
                <a:ea typeface="Verdana"/>
                <a:cs typeface="Verdana"/>
                <a:sym typeface="Verdana"/>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Verdana"/>
                <a:ea typeface="Verdana"/>
                <a:cs typeface="Verdana"/>
                <a:sym typeface="Verdana"/>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Verdana"/>
                <a:ea typeface="Verdana"/>
                <a:cs typeface="Verdana"/>
                <a:sym typeface="Verdana"/>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Verdana"/>
                <a:ea typeface="Verdana"/>
                <a:cs typeface="Verdana"/>
                <a:sym typeface="Verdana"/>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Verdana"/>
                <a:ea typeface="Verdana"/>
                <a:cs typeface="Verdana"/>
                <a:sym typeface="Verdana"/>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Verdana"/>
                <a:ea typeface="Verdana"/>
                <a:cs typeface="Verdana"/>
                <a:sym typeface="Verdana"/>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Verdana"/>
                <a:ea typeface="Verdana"/>
                <a:cs typeface="Verdana"/>
                <a:sym typeface="Verdana"/>
              </a:defRPr>
            </a:lvl9pPr>
          </a:lstStyle>
          <a:p>
            <a:pPr indent="0" lvl="0" marL="0" rtl="0" algn="l">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raph">
  <p:cSld name="1_Graph">
    <p:spTree>
      <p:nvGrpSpPr>
        <p:cNvPr id="151" name="Shape 151"/>
        <p:cNvGrpSpPr/>
        <p:nvPr/>
      </p:nvGrpSpPr>
      <p:grpSpPr>
        <a:xfrm>
          <a:off x="0" y="0"/>
          <a:ext cx="0" cy="0"/>
          <a:chOff x="0" y="0"/>
          <a:chExt cx="0" cy="0"/>
        </a:xfrm>
      </p:grpSpPr>
      <p:sp>
        <p:nvSpPr>
          <p:cNvPr id="152" name="Google Shape;152;p47"/>
          <p:cNvSpPr txBox="1"/>
          <p:nvPr>
            <p:ph idx="1" type="body"/>
          </p:nvPr>
        </p:nvSpPr>
        <p:spPr>
          <a:xfrm>
            <a:off x="1127125" y="1857375"/>
            <a:ext cx="9326563" cy="4376738"/>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294"/>
              </a:spcBef>
              <a:spcAft>
                <a:spcPts val="0"/>
              </a:spcAft>
              <a:buClr>
                <a:schemeClr val="dk1"/>
              </a:buClr>
              <a:buSzPts val="1470"/>
              <a:buFont typeface="Arial"/>
              <a:buNone/>
              <a:defRPr b="0" i="0" sz="1470" u="none" cap="none" strike="noStrike">
                <a:solidFill>
                  <a:schemeClr val="dk1"/>
                </a:solidFill>
                <a:latin typeface="Verdana"/>
                <a:ea typeface="Verdana"/>
                <a:cs typeface="Verdana"/>
                <a:sym typeface="Verdana"/>
              </a:defRPr>
            </a:lvl1pPr>
            <a:lvl2pPr indent="-228600" lvl="1" marL="914400" marR="0" rtl="0" algn="l">
              <a:lnSpc>
                <a:spcPct val="100000"/>
              </a:lnSpc>
              <a:spcBef>
                <a:spcPts val="294"/>
              </a:spcBef>
              <a:spcAft>
                <a:spcPts val="0"/>
              </a:spcAft>
              <a:buClr>
                <a:schemeClr val="dk1"/>
              </a:buClr>
              <a:buSzPts val="1470"/>
              <a:buFont typeface="Arial"/>
              <a:buNone/>
              <a:defRPr b="0" i="0" sz="1470" u="none" cap="none" strike="noStrike">
                <a:solidFill>
                  <a:schemeClr val="dk1"/>
                </a:solidFill>
                <a:latin typeface="Verdana"/>
                <a:ea typeface="Verdana"/>
                <a:cs typeface="Verdana"/>
                <a:sym typeface="Verdana"/>
              </a:defRPr>
            </a:lvl2pPr>
            <a:lvl3pPr indent="-228600" lvl="2" marL="1371600" marR="0" rtl="0" algn="l">
              <a:lnSpc>
                <a:spcPct val="100000"/>
              </a:lnSpc>
              <a:spcBef>
                <a:spcPts val="294"/>
              </a:spcBef>
              <a:spcAft>
                <a:spcPts val="0"/>
              </a:spcAft>
              <a:buClr>
                <a:schemeClr val="dk1"/>
              </a:buClr>
              <a:buSzPts val="1470"/>
              <a:buFont typeface="Arial"/>
              <a:buNone/>
              <a:defRPr b="0" i="0" sz="1470" u="none" cap="none" strike="noStrike">
                <a:solidFill>
                  <a:schemeClr val="dk1"/>
                </a:solidFill>
                <a:latin typeface="Verdana"/>
                <a:ea typeface="Verdana"/>
                <a:cs typeface="Verdana"/>
                <a:sym typeface="Verdana"/>
              </a:defRPr>
            </a:lvl3pPr>
            <a:lvl4pPr indent="-228600" lvl="3" marL="1828800" marR="0" rtl="0" algn="l">
              <a:lnSpc>
                <a:spcPct val="100000"/>
              </a:lnSpc>
              <a:spcBef>
                <a:spcPts val="294"/>
              </a:spcBef>
              <a:spcAft>
                <a:spcPts val="0"/>
              </a:spcAft>
              <a:buClr>
                <a:schemeClr val="dk1"/>
              </a:buClr>
              <a:buSzPts val="1470"/>
              <a:buFont typeface="Arial"/>
              <a:buNone/>
              <a:defRPr b="0" i="0" sz="1470" u="none" cap="none" strike="noStrike">
                <a:solidFill>
                  <a:schemeClr val="dk1"/>
                </a:solidFill>
                <a:latin typeface="Verdana"/>
                <a:ea typeface="Verdana"/>
                <a:cs typeface="Verdana"/>
                <a:sym typeface="Verdana"/>
              </a:defRPr>
            </a:lvl4pPr>
            <a:lvl5pPr indent="-228600" lvl="4" marL="2286000" marR="0" rtl="0" algn="l">
              <a:lnSpc>
                <a:spcPct val="100000"/>
              </a:lnSpc>
              <a:spcBef>
                <a:spcPts val="294"/>
              </a:spcBef>
              <a:spcAft>
                <a:spcPts val="0"/>
              </a:spcAft>
              <a:buClr>
                <a:schemeClr val="dk1"/>
              </a:buClr>
              <a:buSzPts val="1470"/>
              <a:buFont typeface="Arial"/>
              <a:buNone/>
              <a:defRPr b="0" i="0" sz="1470" u="none" cap="none" strike="noStrike">
                <a:solidFill>
                  <a:schemeClr val="dk1"/>
                </a:solidFill>
                <a:latin typeface="Verdana"/>
                <a:ea typeface="Verdana"/>
                <a:cs typeface="Verdana"/>
                <a:sym typeface="Verdana"/>
              </a:defRPr>
            </a:lvl5pPr>
            <a:lvl6pPr indent="-397954" lvl="5" marL="2743200" marR="0" rtl="0" algn="l">
              <a:lnSpc>
                <a:spcPct val="100000"/>
              </a:lnSpc>
              <a:spcBef>
                <a:spcPts val="533"/>
              </a:spcBef>
              <a:spcAft>
                <a:spcPts val="0"/>
              </a:spcAft>
              <a:buClr>
                <a:schemeClr val="dk1"/>
              </a:buClr>
              <a:buSzPts val="2667"/>
              <a:buFont typeface="Arial"/>
              <a:buChar char="•"/>
              <a:defRPr b="0" i="0" sz="2667" u="none" cap="none" strike="noStrike">
                <a:solidFill>
                  <a:schemeClr val="dk1"/>
                </a:solidFill>
                <a:latin typeface="Verdana"/>
                <a:ea typeface="Verdana"/>
                <a:cs typeface="Verdana"/>
                <a:sym typeface="Verdana"/>
              </a:defRPr>
            </a:lvl6pPr>
            <a:lvl7pPr indent="-397954" lvl="6" marL="3200400" marR="0" rtl="0" algn="l">
              <a:lnSpc>
                <a:spcPct val="100000"/>
              </a:lnSpc>
              <a:spcBef>
                <a:spcPts val="533"/>
              </a:spcBef>
              <a:spcAft>
                <a:spcPts val="0"/>
              </a:spcAft>
              <a:buClr>
                <a:schemeClr val="dk1"/>
              </a:buClr>
              <a:buSzPts val="2667"/>
              <a:buFont typeface="Arial"/>
              <a:buChar char="•"/>
              <a:defRPr b="0" i="0" sz="2667" u="none" cap="none" strike="noStrike">
                <a:solidFill>
                  <a:schemeClr val="dk1"/>
                </a:solidFill>
                <a:latin typeface="Verdana"/>
                <a:ea typeface="Verdana"/>
                <a:cs typeface="Verdana"/>
                <a:sym typeface="Verdana"/>
              </a:defRPr>
            </a:lvl7pPr>
            <a:lvl8pPr indent="-397954" lvl="7" marL="3657600" marR="0" rtl="0" algn="l">
              <a:lnSpc>
                <a:spcPct val="100000"/>
              </a:lnSpc>
              <a:spcBef>
                <a:spcPts val="533"/>
              </a:spcBef>
              <a:spcAft>
                <a:spcPts val="0"/>
              </a:spcAft>
              <a:buClr>
                <a:schemeClr val="dk1"/>
              </a:buClr>
              <a:buSzPts val="2667"/>
              <a:buFont typeface="Arial"/>
              <a:buChar char="•"/>
              <a:defRPr b="0" i="0" sz="2667" u="none" cap="none" strike="noStrike">
                <a:solidFill>
                  <a:schemeClr val="dk1"/>
                </a:solidFill>
                <a:latin typeface="Verdana"/>
                <a:ea typeface="Verdana"/>
                <a:cs typeface="Verdana"/>
                <a:sym typeface="Verdana"/>
              </a:defRPr>
            </a:lvl8pPr>
            <a:lvl9pPr indent="-397954" lvl="8" marL="4114800" marR="0" rtl="0" algn="l">
              <a:lnSpc>
                <a:spcPct val="100000"/>
              </a:lnSpc>
              <a:spcBef>
                <a:spcPts val="533"/>
              </a:spcBef>
              <a:spcAft>
                <a:spcPts val="0"/>
              </a:spcAft>
              <a:buClr>
                <a:schemeClr val="dk1"/>
              </a:buClr>
              <a:buSzPts val="2667"/>
              <a:buFont typeface="Arial"/>
              <a:buChar char="•"/>
              <a:defRPr b="0" i="0" sz="2667" u="none" cap="none" strike="noStrike">
                <a:solidFill>
                  <a:schemeClr val="dk1"/>
                </a:solidFill>
                <a:latin typeface="Verdana"/>
                <a:ea typeface="Verdana"/>
                <a:cs typeface="Verdana"/>
                <a:sym typeface="Verdana"/>
              </a:defRPr>
            </a:lvl9pPr>
          </a:lstStyle>
          <a:p/>
        </p:txBody>
      </p:sp>
      <p:sp>
        <p:nvSpPr>
          <p:cNvPr id="153" name="Google Shape;153;p47"/>
          <p:cNvSpPr txBox="1"/>
          <p:nvPr>
            <p:ph idx="2" type="body"/>
          </p:nvPr>
        </p:nvSpPr>
        <p:spPr>
          <a:xfrm>
            <a:off x="1126884" y="548680"/>
            <a:ext cx="9255382" cy="604400"/>
          </a:xfrm>
          <a:prstGeom prst="rect">
            <a:avLst/>
          </a:prstGeom>
          <a:noFill/>
          <a:ln>
            <a:noFill/>
          </a:ln>
        </p:spPr>
        <p:txBody>
          <a:bodyPr anchorCtr="0" anchor="ctr" bIns="45700" lIns="91425" spcFirstLastPara="1" rIns="91425" wrap="square" tIns="45700">
            <a:noAutofit/>
          </a:bodyPr>
          <a:lstStyle>
            <a:lvl1pPr indent="-228600" lvl="0" marL="457200" marR="0" rtl="0" algn="l">
              <a:lnSpc>
                <a:spcPct val="100000"/>
              </a:lnSpc>
              <a:spcBef>
                <a:spcPts val="0"/>
              </a:spcBef>
              <a:spcAft>
                <a:spcPts val="0"/>
              </a:spcAft>
              <a:buClr>
                <a:schemeClr val="lt1"/>
              </a:buClr>
              <a:buSzPts val="2933"/>
              <a:buFont typeface="Arial"/>
              <a:buNone/>
              <a:defRPr b="1" i="0" sz="2933" u="none" cap="none" strike="noStrike">
                <a:solidFill>
                  <a:schemeClr val="lt1"/>
                </a:solidFill>
                <a:latin typeface="Verdana"/>
                <a:ea typeface="Verdana"/>
                <a:cs typeface="Verdana"/>
                <a:sym typeface="Verdana"/>
              </a:defRPr>
            </a:lvl1pPr>
            <a:lvl2pPr indent="-465645" lvl="1" marL="914400" marR="0" rtl="0" algn="l">
              <a:lnSpc>
                <a:spcPct val="100000"/>
              </a:lnSpc>
              <a:spcBef>
                <a:spcPts val="747"/>
              </a:spcBef>
              <a:spcAft>
                <a:spcPts val="0"/>
              </a:spcAft>
              <a:buClr>
                <a:schemeClr val="dk1"/>
              </a:buClr>
              <a:buSzPts val="3733"/>
              <a:buFont typeface="Arial"/>
              <a:buChar char="–"/>
              <a:defRPr b="0" i="0" sz="3733" u="none" cap="none" strike="noStrike">
                <a:solidFill>
                  <a:schemeClr val="dk1"/>
                </a:solidFill>
                <a:latin typeface="Verdana"/>
                <a:ea typeface="Verdana"/>
                <a:cs typeface="Verdana"/>
                <a:sym typeface="Verdana"/>
              </a:defRPr>
            </a:lvl2pPr>
            <a:lvl3pPr indent="-431800" lvl="2" marL="1371600" marR="0" rtl="0" algn="l">
              <a:lnSpc>
                <a:spcPct val="100000"/>
              </a:lnSpc>
              <a:spcBef>
                <a:spcPts val="640"/>
              </a:spcBef>
              <a:spcAft>
                <a:spcPts val="0"/>
              </a:spcAft>
              <a:buClr>
                <a:schemeClr val="dk1"/>
              </a:buClr>
              <a:buSzPts val="3200"/>
              <a:buFont typeface="Arial"/>
              <a:buChar char="•"/>
              <a:defRPr b="0" i="0" sz="3200" u="none" cap="none" strike="noStrike">
                <a:solidFill>
                  <a:schemeClr val="dk1"/>
                </a:solidFill>
                <a:latin typeface="Verdana"/>
                <a:ea typeface="Verdana"/>
                <a:cs typeface="Verdana"/>
                <a:sym typeface="Verdana"/>
              </a:defRPr>
            </a:lvl3pPr>
            <a:lvl4pPr indent="-397954" lvl="3" marL="1828800" marR="0" rtl="0" algn="l">
              <a:lnSpc>
                <a:spcPct val="100000"/>
              </a:lnSpc>
              <a:spcBef>
                <a:spcPts val="533"/>
              </a:spcBef>
              <a:spcAft>
                <a:spcPts val="0"/>
              </a:spcAft>
              <a:buClr>
                <a:schemeClr val="dk1"/>
              </a:buClr>
              <a:buSzPts val="2667"/>
              <a:buFont typeface="Arial"/>
              <a:buChar char="–"/>
              <a:defRPr b="0" i="0" sz="2667" u="none" cap="none" strike="noStrike">
                <a:solidFill>
                  <a:schemeClr val="dk1"/>
                </a:solidFill>
                <a:latin typeface="Verdana"/>
                <a:ea typeface="Verdana"/>
                <a:cs typeface="Verdana"/>
                <a:sym typeface="Verdana"/>
              </a:defRPr>
            </a:lvl4pPr>
            <a:lvl5pPr indent="-397954" lvl="4" marL="2286000" marR="0" rtl="0" algn="l">
              <a:lnSpc>
                <a:spcPct val="100000"/>
              </a:lnSpc>
              <a:spcBef>
                <a:spcPts val="533"/>
              </a:spcBef>
              <a:spcAft>
                <a:spcPts val="0"/>
              </a:spcAft>
              <a:buClr>
                <a:schemeClr val="dk1"/>
              </a:buClr>
              <a:buSzPts val="2667"/>
              <a:buFont typeface="Arial"/>
              <a:buChar char="»"/>
              <a:defRPr b="0" i="0" sz="2667" u="none" cap="none" strike="noStrike">
                <a:solidFill>
                  <a:schemeClr val="dk1"/>
                </a:solidFill>
                <a:latin typeface="Verdana"/>
                <a:ea typeface="Verdana"/>
                <a:cs typeface="Verdana"/>
                <a:sym typeface="Verdana"/>
              </a:defRPr>
            </a:lvl5pPr>
            <a:lvl6pPr indent="-397954" lvl="5" marL="2743200" marR="0" rtl="0" algn="l">
              <a:lnSpc>
                <a:spcPct val="100000"/>
              </a:lnSpc>
              <a:spcBef>
                <a:spcPts val="533"/>
              </a:spcBef>
              <a:spcAft>
                <a:spcPts val="0"/>
              </a:spcAft>
              <a:buClr>
                <a:schemeClr val="dk1"/>
              </a:buClr>
              <a:buSzPts val="2667"/>
              <a:buFont typeface="Arial"/>
              <a:buChar char="•"/>
              <a:defRPr b="0" i="0" sz="2667" u="none" cap="none" strike="noStrike">
                <a:solidFill>
                  <a:schemeClr val="dk1"/>
                </a:solidFill>
                <a:latin typeface="Verdana"/>
                <a:ea typeface="Verdana"/>
                <a:cs typeface="Verdana"/>
                <a:sym typeface="Verdana"/>
              </a:defRPr>
            </a:lvl6pPr>
            <a:lvl7pPr indent="-397954" lvl="6" marL="3200400" marR="0" rtl="0" algn="l">
              <a:lnSpc>
                <a:spcPct val="100000"/>
              </a:lnSpc>
              <a:spcBef>
                <a:spcPts val="533"/>
              </a:spcBef>
              <a:spcAft>
                <a:spcPts val="0"/>
              </a:spcAft>
              <a:buClr>
                <a:schemeClr val="dk1"/>
              </a:buClr>
              <a:buSzPts val="2667"/>
              <a:buFont typeface="Arial"/>
              <a:buChar char="•"/>
              <a:defRPr b="0" i="0" sz="2667" u="none" cap="none" strike="noStrike">
                <a:solidFill>
                  <a:schemeClr val="dk1"/>
                </a:solidFill>
                <a:latin typeface="Verdana"/>
                <a:ea typeface="Verdana"/>
                <a:cs typeface="Verdana"/>
                <a:sym typeface="Verdana"/>
              </a:defRPr>
            </a:lvl7pPr>
            <a:lvl8pPr indent="-397954" lvl="7" marL="3657600" marR="0" rtl="0" algn="l">
              <a:lnSpc>
                <a:spcPct val="100000"/>
              </a:lnSpc>
              <a:spcBef>
                <a:spcPts val="533"/>
              </a:spcBef>
              <a:spcAft>
                <a:spcPts val="0"/>
              </a:spcAft>
              <a:buClr>
                <a:schemeClr val="dk1"/>
              </a:buClr>
              <a:buSzPts val="2667"/>
              <a:buFont typeface="Arial"/>
              <a:buChar char="•"/>
              <a:defRPr b="0" i="0" sz="2667" u="none" cap="none" strike="noStrike">
                <a:solidFill>
                  <a:schemeClr val="dk1"/>
                </a:solidFill>
                <a:latin typeface="Verdana"/>
                <a:ea typeface="Verdana"/>
                <a:cs typeface="Verdana"/>
                <a:sym typeface="Verdana"/>
              </a:defRPr>
            </a:lvl8pPr>
            <a:lvl9pPr indent="-397954" lvl="8" marL="4114800" marR="0" rtl="0" algn="l">
              <a:lnSpc>
                <a:spcPct val="100000"/>
              </a:lnSpc>
              <a:spcBef>
                <a:spcPts val="533"/>
              </a:spcBef>
              <a:spcAft>
                <a:spcPts val="0"/>
              </a:spcAft>
              <a:buClr>
                <a:schemeClr val="dk1"/>
              </a:buClr>
              <a:buSzPts val="2667"/>
              <a:buFont typeface="Arial"/>
              <a:buChar char="•"/>
              <a:defRPr b="0" i="0" sz="2667" u="none" cap="none" strike="noStrike">
                <a:solidFill>
                  <a:schemeClr val="dk1"/>
                </a:solidFill>
                <a:latin typeface="Verdana"/>
                <a:ea typeface="Verdana"/>
                <a:cs typeface="Verdana"/>
                <a:sym typeface="Verdana"/>
              </a:defRPr>
            </a:lvl9pPr>
          </a:lstStyle>
          <a:p/>
        </p:txBody>
      </p:sp>
      <p:sp>
        <p:nvSpPr>
          <p:cNvPr id="154" name="Google Shape;154;p47"/>
          <p:cNvSpPr txBox="1"/>
          <p:nvPr>
            <p:ph idx="3" type="body"/>
          </p:nvPr>
        </p:nvSpPr>
        <p:spPr>
          <a:xfrm>
            <a:off x="1126884" y="1380787"/>
            <a:ext cx="9255382" cy="392029"/>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20000"/>
              </a:lnSpc>
              <a:spcBef>
                <a:spcPts val="0"/>
              </a:spcBef>
              <a:spcAft>
                <a:spcPts val="0"/>
              </a:spcAft>
              <a:buClr>
                <a:srgbClr val="0A4FA3"/>
              </a:buClr>
              <a:buSzPts val="1600"/>
              <a:buFont typeface="Arial"/>
              <a:buNone/>
              <a:defRPr b="0" i="0" sz="1600" u="none" cap="none" strike="noStrike">
                <a:solidFill>
                  <a:srgbClr val="0A4FA3"/>
                </a:solidFill>
                <a:latin typeface="Verdana"/>
                <a:ea typeface="Verdana"/>
                <a:cs typeface="Verdana"/>
                <a:sym typeface="Verdana"/>
              </a:defRPr>
            </a:lvl1pPr>
            <a:lvl2pPr indent="-465645" lvl="1" marL="914400" marR="0" rtl="0" algn="l">
              <a:lnSpc>
                <a:spcPct val="100000"/>
              </a:lnSpc>
              <a:spcBef>
                <a:spcPts val="747"/>
              </a:spcBef>
              <a:spcAft>
                <a:spcPts val="0"/>
              </a:spcAft>
              <a:buClr>
                <a:schemeClr val="dk1"/>
              </a:buClr>
              <a:buSzPts val="3733"/>
              <a:buFont typeface="Arial"/>
              <a:buChar char="–"/>
              <a:defRPr b="0" i="0" sz="3733" u="none" cap="none" strike="noStrike">
                <a:solidFill>
                  <a:schemeClr val="dk1"/>
                </a:solidFill>
                <a:latin typeface="Verdana"/>
                <a:ea typeface="Verdana"/>
                <a:cs typeface="Verdana"/>
                <a:sym typeface="Verdana"/>
              </a:defRPr>
            </a:lvl2pPr>
            <a:lvl3pPr indent="-431800" lvl="2" marL="1371600" marR="0" rtl="0" algn="l">
              <a:lnSpc>
                <a:spcPct val="100000"/>
              </a:lnSpc>
              <a:spcBef>
                <a:spcPts val="640"/>
              </a:spcBef>
              <a:spcAft>
                <a:spcPts val="0"/>
              </a:spcAft>
              <a:buClr>
                <a:schemeClr val="dk1"/>
              </a:buClr>
              <a:buSzPts val="3200"/>
              <a:buFont typeface="Arial"/>
              <a:buChar char="•"/>
              <a:defRPr b="0" i="0" sz="3200" u="none" cap="none" strike="noStrike">
                <a:solidFill>
                  <a:schemeClr val="dk1"/>
                </a:solidFill>
                <a:latin typeface="Verdana"/>
                <a:ea typeface="Verdana"/>
                <a:cs typeface="Verdana"/>
                <a:sym typeface="Verdana"/>
              </a:defRPr>
            </a:lvl3pPr>
            <a:lvl4pPr indent="-397954" lvl="3" marL="1828800" marR="0" rtl="0" algn="l">
              <a:lnSpc>
                <a:spcPct val="100000"/>
              </a:lnSpc>
              <a:spcBef>
                <a:spcPts val="533"/>
              </a:spcBef>
              <a:spcAft>
                <a:spcPts val="0"/>
              </a:spcAft>
              <a:buClr>
                <a:schemeClr val="dk1"/>
              </a:buClr>
              <a:buSzPts val="2667"/>
              <a:buFont typeface="Arial"/>
              <a:buChar char="–"/>
              <a:defRPr b="0" i="0" sz="2667" u="none" cap="none" strike="noStrike">
                <a:solidFill>
                  <a:schemeClr val="dk1"/>
                </a:solidFill>
                <a:latin typeface="Verdana"/>
                <a:ea typeface="Verdana"/>
                <a:cs typeface="Verdana"/>
                <a:sym typeface="Verdana"/>
              </a:defRPr>
            </a:lvl4pPr>
            <a:lvl5pPr indent="-397954" lvl="4" marL="2286000" marR="0" rtl="0" algn="l">
              <a:lnSpc>
                <a:spcPct val="100000"/>
              </a:lnSpc>
              <a:spcBef>
                <a:spcPts val="533"/>
              </a:spcBef>
              <a:spcAft>
                <a:spcPts val="0"/>
              </a:spcAft>
              <a:buClr>
                <a:schemeClr val="dk1"/>
              </a:buClr>
              <a:buSzPts val="2667"/>
              <a:buFont typeface="Arial"/>
              <a:buChar char="»"/>
              <a:defRPr b="0" i="0" sz="2667" u="none" cap="none" strike="noStrike">
                <a:solidFill>
                  <a:schemeClr val="dk1"/>
                </a:solidFill>
                <a:latin typeface="Verdana"/>
                <a:ea typeface="Verdana"/>
                <a:cs typeface="Verdana"/>
                <a:sym typeface="Verdana"/>
              </a:defRPr>
            </a:lvl5pPr>
            <a:lvl6pPr indent="-397954" lvl="5" marL="2743200" marR="0" rtl="0" algn="l">
              <a:lnSpc>
                <a:spcPct val="100000"/>
              </a:lnSpc>
              <a:spcBef>
                <a:spcPts val="533"/>
              </a:spcBef>
              <a:spcAft>
                <a:spcPts val="0"/>
              </a:spcAft>
              <a:buClr>
                <a:schemeClr val="dk1"/>
              </a:buClr>
              <a:buSzPts val="2667"/>
              <a:buFont typeface="Arial"/>
              <a:buChar char="•"/>
              <a:defRPr b="0" i="0" sz="2667" u="none" cap="none" strike="noStrike">
                <a:solidFill>
                  <a:schemeClr val="dk1"/>
                </a:solidFill>
                <a:latin typeface="Verdana"/>
                <a:ea typeface="Verdana"/>
                <a:cs typeface="Verdana"/>
                <a:sym typeface="Verdana"/>
              </a:defRPr>
            </a:lvl6pPr>
            <a:lvl7pPr indent="-397954" lvl="6" marL="3200400" marR="0" rtl="0" algn="l">
              <a:lnSpc>
                <a:spcPct val="100000"/>
              </a:lnSpc>
              <a:spcBef>
                <a:spcPts val="533"/>
              </a:spcBef>
              <a:spcAft>
                <a:spcPts val="0"/>
              </a:spcAft>
              <a:buClr>
                <a:schemeClr val="dk1"/>
              </a:buClr>
              <a:buSzPts val="2667"/>
              <a:buFont typeface="Arial"/>
              <a:buChar char="•"/>
              <a:defRPr b="0" i="0" sz="2667" u="none" cap="none" strike="noStrike">
                <a:solidFill>
                  <a:schemeClr val="dk1"/>
                </a:solidFill>
                <a:latin typeface="Verdana"/>
                <a:ea typeface="Verdana"/>
                <a:cs typeface="Verdana"/>
                <a:sym typeface="Verdana"/>
              </a:defRPr>
            </a:lvl7pPr>
            <a:lvl8pPr indent="-397954" lvl="7" marL="3657600" marR="0" rtl="0" algn="l">
              <a:lnSpc>
                <a:spcPct val="100000"/>
              </a:lnSpc>
              <a:spcBef>
                <a:spcPts val="533"/>
              </a:spcBef>
              <a:spcAft>
                <a:spcPts val="0"/>
              </a:spcAft>
              <a:buClr>
                <a:schemeClr val="dk1"/>
              </a:buClr>
              <a:buSzPts val="2667"/>
              <a:buFont typeface="Arial"/>
              <a:buChar char="•"/>
              <a:defRPr b="0" i="0" sz="2667" u="none" cap="none" strike="noStrike">
                <a:solidFill>
                  <a:schemeClr val="dk1"/>
                </a:solidFill>
                <a:latin typeface="Verdana"/>
                <a:ea typeface="Verdana"/>
                <a:cs typeface="Verdana"/>
                <a:sym typeface="Verdana"/>
              </a:defRPr>
            </a:lvl8pPr>
            <a:lvl9pPr indent="-397954" lvl="8" marL="4114800" marR="0" rtl="0" algn="l">
              <a:lnSpc>
                <a:spcPct val="100000"/>
              </a:lnSpc>
              <a:spcBef>
                <a:spcPts val="533"/>
              </a:spcBef>
              <a:spcAft>
                <a:spcPts val="0"/>
              </a:spcAft>
              <a:buClr>
                <a:schemeClr val="dk1"/>
              </a:buClr>
              <a:buSzPts val="2667"/>
              <a:buFont typeface="Arial"/>
              <a:buChar char="•"/>
              <a:defRPr b="0" i="0" sz="2667" u="none" cap="none" strike="noStrike">
                <a:solidFill>
                  <a:schemeClr val="dk1"/>
                </a:solidFill>
                <a:latin typeface="Verdana"/>
                <a:ea typeface="Verdana"/>
                <a:cs typeface="Verdana"/>
                <a:sym typeface="Verdana"/>
              </a:defRPr>
            </a:lvl9pPr>
          </a:lstStyle>
          <a:p/>
        </p:txBody>
      </p:sp>
      <p:sp>
        <p:nvSpPr>
          <p:cNvPr id="155" name="Google Shape;155;p47"/>
          <p:cNvSpPr txBox="1"/>
          <p:nvPr>
            <p:ph idx="12" type="sldNum"/>
          </p:nvPr>
        </p:nvSpPr>
        <p:spPr>
          <a:xfrm>
            <a:off x="11744328" y="6356351"/>
            <a:ext cx="447672" cy="366183"/>
          </a:xfrm>
          <a:prstGeom prst="rect">
            <a:avLst/>
          </a:prstGeom>
          <a:noFill/>
          <a:ln>
            <a:noFill/>
          </a:ln>
        </p:spPr>
        <p:txBody>
          <a:bodyPr anchorCtr="0" anchor="ctr" bIns="45700" lIns="91425" spcFirstLastPara="1" rIns="91425" wrap="square" tIns="45700">
            <a:noAutofit/>
          </a:bodyPr>
          <a:lstStyle>
            <a:lvl1pPr indent="0" lvl="0" marL="0" marR="0" rtl="0" algn="ctr">
              <a:lnSpc>
                <a:spcPct val="100000"/>
              </a:lnSpc>
              <a:spcBef>
                <a:spcPts val="0"/>
              </a:spcBef>
              <a:spcAft>
                <a:spcPts val="0"/>
              </a:spcAft>
              <a:buClr>
                <a:srgbClr val="000000"/>
              </a:buClr>
              <a:buSzPts val="1000"/>
              <a:buFont typeface="Arial"/>
              <a:buNone/>
              <a:defRPr b="0" i="0" sz="1000" u="none" cap="none" strike="noStrike">
                <a:solidFill>
                  <a:schemeClr val="dk1"/>
                </a:solidFill>
                <a:latin typeface="Verdana"/>
                <a:ea typeface="Verdana"/>
                <a:cs typeface="Verdana"/>
                <a:sym typeface="Verdana"/>
              </a:defRPr>
            </a:lvl1pPr>
            <a:lvl2pPr indent="0" lvl="1" marL="0" marR="0" rtl="0" algn="ctr">
              <a:lnSpc>
                <a:spcPct val="100000"/>
              </a:lnSpc>
              <a:spcBef>
                <a:spcPts val="0"/>
              </a:spcBef>
              <a:spcAft>
                <a:spcPts val="0"/>
              </a:spcAft>
              <a:buClr>
                <a:srgbClr val="000000"/>
              </a:buClr>
              <a:buSzPts val="1000"/>
              <a:buFont typeface="Arial"/>
              <a:buNone/>
              <a:defRPr b="0" i="0" sz="1000" u="none" cap="none" strike="noStrike">
                <a:solidFill>
                  <a:schemeClr val="dk1"/>
                </a:solidFill>
                <a:latin typeface="Verdana"/>
                <a:ea typeface="Verdana"/>
                <a:cs typeface="Verdana"/>
                <a:sym typeface="Verdana"/>
              </a:defRPr>
            </a:lvl2pPr>
            <a:lvl3pPr indent="0" lvl="2" marL="0" marR="0" rtl="0" algn="ctr">
              <a:lnSpc>
                <a:spcPct val="100000"/>
              </a:lnSpc>
              <a:spcBef>
                <a:spcPts val="0"/>
              </a:spcBef>
              <a:spcAft>
                <a:spcPts val="0"/>
              </a:spcAft>
              <a:buClr>
                <a:srgbClr val="000000"/>
              </a:buClr>
              <a:buSzPts val="1000"/>
              <a:buFont typeface="Arial"/>
              <a:buNone/>
              <a:defRPr b="0" i="0" sz="1000" u="none" cap="none" strike="noStrike">
                <a:solidFill>
                  <a:schemeClr val="dk1"/>
                </a:solidFill>
                <a:latin typeface="Verdana"/>
                <a:ea typeface="Verdana"/>
                <a:cs typeface="Verdana"/>
                <a:sym typeface="Verdana"/>
              </a:defRPr>
            </a:lvl3pPr>
            <a:lvl4pPr indent="0" lvl="3" marL="0" marR="0" rtl="0" algn="ctr">
              <a:lnSpc>
                <a:spcPct val="100000"/>
              </a:lnSpc>
              <a:spcBef>
                <a:spcPts val="0"/>
              </a:spcBef>
              <a:spcAft>
                <a:spcPts val="0"/>
              </a:spcAft>
              <a:buClr>
                <a:srgbClr val="000000"/>
              </a:buClr>
              <a:buSzPts val="1000"/>
              <a:buFont typeface="Arial"/>
              <a:buNone/>
              <a:defRPr b="0" i="0" sz="1000" u="none" cap="none" strike="noStrike">
                <a:solidFill>
                  <a:schemeClr val="dk1"/>
                </a:solidFill>
                <a:latin typeface="Verdana"/>
                <a:ea typeface="Verdana"/>
                <a:cs typeface="Verdana"/>
                <a:sym typeface="Verdana"/>
              </a:defRPr>
            </a:lvl4pPr>
            <a:lvl5pPr indent="0" lvl="4" marL="0" marR="0" rtl="0" algn="ctr">
              <a:lnSpc>
                <a:spcPct val="100000"/>
              </a:lnSpc>
              <a:spcBef>
                <a:spcPts val="0"/>
              </a:spcBef>
              <a:spcAft>
                <a:spcPts val="0"/>
              </a:spcAft>
              <a:buClr>
                <a:srgbClr val="000000"/>
              </a:buClr>
              <a:buSzPts val="1000"/>
              <a:buFont typeface="Arial"/>
              <a:buNone/>
              <a:defRPr b="0" i="0" sz="1000" u="none" cap="none" strike="noStrike">
                <a:solidFill>
                  <a:schemeClr val="dk1"/>
                </a:solidFill>
                <a:latin typeface="Verdana"/>
                <a:ea typeface="Verdana"/>
                <a:cs typeface="Verdana"/>
                <a:sym typeface="Verdana"/>
              </a:defRPr>
            </a:lvl5pPr>
            <a:lvl6pPr indent="0" lvl="5" marL="0" marR="0" rtl="0" algn="ctr">
              <a:lnSpc>
                <a:spcPct val="100000"/>
              </a:lnSpc>
              <a:spcBef>
                <a:spcPts val="0"/>
              </a:spcBef>
              <a:spcAft>
                <a:spcPts val="0"/>
              </a:spcAft>
              <a:buClr>
                <a:srgbClr val="000000"/>
              </a:buClr>
              <a:buSzPts val="1000"/>
              <a:buFont typeface="Arial"/>
              <a:buNone/>
              <a:defRPr b="0" i="0" sz="1000" u="none" cap="none" strike="noStrike">
                <a:solidFill>
                  <a:schemeClr val="dk1"/>
                </a:solidFill>
                <a:latin typeface="Verdana"/>
                <a:ea typeface="Verdana"/>
                <a:cs typeface="Verdana"/>
                <a:sym typeface="Verdana"/>
              </a:defRPr>
            </a:lvl6pPr>
            <a:lvl7pPr indent="0" lvl="6" marL="0" marR="0" rtl="0" algn="ctr">
              <a:lnSpc>
                <a:spcPct val="100000"/>
              </a:lnSpc>
              <a:spcBef>
                <a:spcPts val="0"/>
              </a:spcBef>
              <a:spcAft>
                <a:spcPts val="0"/>
              </a:spcAft>
              <a:buClr>
                <a:srgbClr val="000000"/>
              </a:buClr>
              <a:buSzPts val="1000"/>
              <a:buFont typeface="Arial"/>
              <a:buNone/>
              <a:defRPr b="0" i="0" sz="1000" u="none" cap="none" strike="noStrike">
                <a:solidFill>
                  <a:schemeClr val="dk1"/>
                </a:solidFill>
                <a:latin typeface="Verdana"/>
                <a:ea typeface="Verdana"/>
                <a:cs typeface="Verdana"/>
                <a:sym typeface="Verdana"/>
              </a:defRPr>
            </a:lvl7pPr>
            <a:lvl8pPr indent="0" lvl="7" marL="0" marR="0" rtl="0" algn="ctr">
              <a:lnSpc>
                <a:spcPct val="100000"/>
              </a:lnSpc>
              <a:spcBef>
                <a:spcPts val="0"/>
              </a:spcBef>
              <a:spcAft>
                <a:spcPts val="0"/>
              </a:spcAft>
              <a:buClr>
                <a:srgbClr val="000000"/>
              </a:buClr>
              <a:buSzPts val="1000"/>
              <a:buFont typeface="Arial"/>
              <a:buNone/>
              <a:defRPr b="0" i="0" sz="1000" u="none" cap="none" strike="noStrike">
                <a:solidFill>
                  <a:schemeClr val="dk1"/>
                </a:solidFill>
                <a:latin typeface="Verdana"/>
                <a:ea typeface="Verdana"/>
                <a:cs typeface="Verdana"/>
                <a:sym typeface="Verdana"/>
              </a:defRPr>
            </a:lvl8pPr>
            <a:lvl9pPr indent="0" lvl="8" marL="0" marR="0" rtl="0" algn="ctr">
              <a:lnSpc>
                <a:spcPct val="100000"/>
              </a:lnSpc>
              <a:spcBef>
                <a:spcPts val="0"/>
              </a:spcBef>
              <a:spcAft>
                <a:spcPts val="0"/>
              </a:spcAft>
              <a:buClr>
                <a:srgbClr val="000000"/>
              </a:buClr>
              <a:buSzPts val="1000"/>
              <a:buFont typeface="Arial"/>
              <a:buNone/>
              <a:defRPr b="0" i="0" sz="1000" u="none" cap="none" strike="noStrike">
                <a:solidFill>
                  <a:schemeClr val="dk1"/>
                </a:solidFill>
                <a:latin typeface="Verdana"/>
                <a:ea typeface="Verdana"/>
                <a:cs typeface="Verdana"/>
                <a:sym typeface="Verdana"/>
              </a:defRPr>
            </a:lvl9pPr>
          </a:lstStyle>
          <a:p>
            <a:pPr indent="0" lvl="0" marL="0" rtl="0" algn="ctr">
              <a:spcBef>
                <a:spcPts val="0"/>
              </a:spcBef>
              <a:spcAft>
                <a:spcPts val="0"/>
              </a:spcAft>
              <a:buNone/>
            </a:pPr>
            <a:fld id="{00000000-1234-1234-1234-123412341234}" type="slidenum">
              <a:rPr lang="en-I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slideLayout" Target="../slideLayouts/slideLayout18.xml"/><Relationship Id="rId22" Type="http://schemas.openxmlformats.org/officeDocument/2006/relationships/slideLayout" Target="../slideLayouts/slideLayout20.xml"/><Relationship Id="rId21" Type="http://schemas.openxmlformats.org/officeDocument/2006/relationships/slideLayout" Target="../slideLayouts/slideLayout19.xml"/><Relationship Id="rId24" Type="http://schemas.openxmlformats.org/officeDocument/2006/relationships/slideLayout" Target="../slideLayouts/slideLayout22.xml"/><Relationship Id="rId23" Type="http://schemas.openxmlformats.org/officeDocument/2006/relationships/slideLayout" Target="../slideLayouts/slideLayout21.xml"/><Relationship Id="rId1" Type="http://schemas.openxmlformats.org/officeDocument/2006/relationships/image" Target="../media/image4.png"/><Relationship Id="rId2" Type="http://schemas.openxmlformats.org/officeDocument/2006/relationships/image" Target="../media/image7.png"/><Relationship Id="rId3" Type="http://schemas.openxmlformats.org/officeDocument/2006/relationships/slideLayout" Target="../slideLayouts/slideLayout1.xml"/><Relationship Id="rId4" Type="http://schemas.openxmlformats.org/officeDocument/2006/relationships/slideLayout" Target="../slideLayouts/slideLayout2.xml"/><Relationship Id="rId9" Type="http://schemas.openxmlformats.org/officeDocument/2006/relationships/slideLayout" Target="../slideLayouts/slideLayout7.xml"/><Relationship Id="rId26" Type="http://schemas.openxmlformats.org/officeDocument/2006/relationships/slideLayout" Target="../slideLayouts/slideLayout24.xml"/><Relationship Id="rId25" Type="http://schemas.openxmlformats.org/officeDocument/2006/relationships/slideLayout" Target="../slideLayouts/slideLayout23.xml"/><Relationship Id="rId27" Type="http://schemas.openxmlformats.org/officeDocument/2006/relationships/theme" Target="../theme/theme1.xml"/><Relationship Id="rId5" Type="http://schemas.openxmlformats.org/officeDocument/2006/relationships/slideLayout" Target="../slideLayouts/slideLayout3.xml"/><Relationship Id="rId6" Type="http://schemas.openxmlformats.org/officeDocument/2006/relationships/slideLayout" Target="../slideLayouts/slideLayout4.xml"/><Relationship Id="rId7" Type="http://schemas.openxmlformats.org/officeDocument/2006/relationships/slideLayout" Target="../slideLayouts/slideLayout5.xml"/><Relationship Id="rId8" Type="http://schemas.openxmlformats.org/officeDocument/2006/relationships/slideLayout" Target="../slideLayouts/slideLayout6.xml"/><Relationship Id="rId11" Type="http://schemas.openxmlformats.org/officeDocument/2006/relationships/slideLayout" Target="../slideLayouts/slideLayout9.xml"/><Relationship Id="rId10" Type="http://schemas.openxmlformats.org/officeDocument/2006/relationships/slideLayout" Target="../slideLayouts/slideLayout8.xml"/><Relationship Id="rId13" Type="http://schemas.openxmlformats.org/officeDocument/2006/relationships/slideLayout" Target="../slideLayouts/slideLayout11.xml"/><Relationship Id="rId12" Type="http://schemas.openxmlformats.org/officeDocument/2006/relationships/slideLayout" Target="../slideLayouts/slideLayout10.xml"/><Relationship Id="rId15" Type="http://schemas.openxmlformats.org/officeDocument/2006/relationships/slideLayout" Target="../slideLayouts/slideLayout13.xml"/><Relationship Id="rId14" Type="http://schemas.openxmlformats.org/officeDocument/2006/relationships/slideLayout" Target="../slideLayouts/slideLayout12.xml"/><Relationship Id="rId17" Type="http://schemas.openxmlformats.org/officeDocument/2006/relationships/slideLayout" Target="../slideLayouts/slideLayout15.xml"/><Relationship Id="rId16" Type="http://schemas.openxmlformats.org/officeDocument/2006/relationships/slideLayout" Target="../slideLayouts/slideLayout14.xml"/><Relationship Id="rId19" Type="http://schemas.openxmlformats.org/officeDocument/2006/relationships/slideLayout" Target="../slideLayouts/slideLayout17.xml"/><Relationship Id="rId18" Type="http://schemas.openxmlformats.org/officeDocument/2006/relationships/slideLayout" Target="../slideLayouts/slideLayout16.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 name="Shape 5"/>
        <p:cNvGrpSpPr/>
        <p:nvPr/>
      </p:nvGrpSpPr>
      <p:grpSpPr>
        <a:xfrm>
          <a:off x="0" y="0"/>
          <a:ext cx="0" cy="0"/>
          <a:chOff x="0" y="0"/>
          <a:chExt cx="0" cy="0"/>
        </a:xfrm>
      </p:grpSpPr>
      <p:pic>
        <p:nvPicPr>
          <p:cNvPr descr="rr email template-05-05.png" id="6" name="Google Shape;6;p10"/>
          <p:cNvPicPr preferRelativeResize="0"/>
          <p:nvPr/>
        </p:nvPicPr>
        <p:blipFill rotWithShape="1">
          <a:blip r:embed="rId1">
            <a:alphaModFix/>
          </a:blip>
          <a:srcRect b="19836" l="370" r="11909" t="67250"/>
          <a:stretch/>
        </p:blipFill>
        <p:spPr>
          <a:xfrm>
            <a:off x="891367" y="428604"/>
            <a:ext cx="11300633" cy="822417"/>
          </a:xfrm>
          <a:prstGeom prst="rect">
            <a:avLst/>
          </a:prstGeom>
          <a:noFill/>
          <a:ln>
            <a:noFill/>
          </a:ln>
        </p:spPr>
      </p:pic>
      <p:sp>
        <p:nvSpPr>
          <p:cNvPr id="7" name="Google Shape;7;p10"/>
          <p:cNvSpPr txBox="1"/>
          <p:nvPr/>
        </p:nvSpPr>
        <p:spPr>
          <a:xfrm>
            <a:off x="224220" y="6455519"/>
            <a:ext cx="2293489" cy="267015"/>
          </a:xfrm>
          <a:prstGeom prst="rect">
            <a:avLst/>
          </a:prstGeom>
          <a:noFill/>
          <a:ln>
            <a:noFill/>
          </a:ln>
        </p:spPr>
        <p:txBody>
          <a:bodyPr anchorCtr="0" anchor="ctr" bIns="45700" lIns="48000" spcFirstLastPara="1" rIns="91425" wrap="square" tIns="45700">
            <a:noAutofit/>
          </a:bodyPr>
          <a:lstStyle/>
          <a:p>
            <a:pPr indent="0" lvl="0" marL="0" marR="0" rtl="0" algn="l">
              <a:lnSpc>
                <a:spcPct val="100000"/>
              </a:lnSpc>
              <a:spcBef>
                <a:spcPts val="0"/>
              </a:spcBef>
              <a:spcAft>
                <a:spcPts val="0"/>
              </a:spcAft>
              <a:buClr>
                <a:srgbClr val="6B6B6B"/>
              </a:buClr>
              <a:buSzPts val="900"/>
              <a:buFont typeface="Arial"/>
              <a:buNone/>
            </a:pPr>
            <a:r>
              <a:rPr b="0" i="0" lang="en-IN" sz="900" u="none" cap="none" strike="noStrike">
                <a:solidFill>
                  <a:srgbClr val="6B6B6B"/>
                </a:solidFill>
                <a:latin typeface="Montserrat"/>
                <a:ea typeface="Montserrat"/>
                <a:cs typeface="Montserrat"/>
                <a:sym typeface="Montserrat"/>
              </a:rPr>
              <a:t>©2025 Rajasthan Royals - Private &amp; Confidential</a:t>
            </a:r>
            <a:endParaRPr b="0" i="0" sz="1400" u="none" cap="none" strike="noStrike">
              <a:solidFill>
                <a:srgbClr val="000000"/>
              </a:solidFill>
              <a:latin typeface="Arial"/>
              <a:ea typeface="Arial"/>
              <a:cs typeface="Arial"/>
              <a:sym typeface="Arial"/>
            </a:endParaRPr>
          </a:p>
        </p:txBody>
      </p:sp>
      <p:pic>
        <p:nvPicPr>
          <p:cNvPr descr="Untitled-1-11.png" id="8" name="Google Shape;8;p10"/>
          <p:cNvPicPr preferRelativeResize="0"/>
          <p:nvPr/>
        </p:nvPicPr>
        <p:blipFill rotWithShape="1">
          <a:blip r:embed="rId2">
            <a:alphaModFix/>
          </a:blip>
          <a:srcRect b="0" l="0" r="0" t="0"/>
          <a:stretch/>
        </p:blipFill>
        <p:spPr>
          <a:xfrm>
            <a:off x="-24680" y="285728"/>
            <a:ext cx="914353" cy="1071569"/>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 id="2147483659" r:id="rId13"/>
    <p:sldLayoutId id="2147483660" r:id="rId14"/>
    <p:sldLayoutId id="2147483661" r:id="rId15"/>
    <p:sldLayoutId id="2147483662" r:id="rId16"/>
    <p:sldLayoutId id="2147483663" r:id="rId17"/>
    <p:sldLayoutId id="2147483664" r:id="rId18"/>
    <p:sldLayoutId id="2147483665" r:id="rId19"/>
    <p:sldLayoutId id="2147483666" r:id="rId20"/>
    <p:sldLayoutId id="2147483667" r:id="rId21"/>
    <p:sldLayoutId id="2147483668" r:id="rId22"/>
    <p:sldLayoutId id="2147483669" r:id="rId23"/>
    <p:sldLayoutId id="2147483670" r:id="rId24"/>
    <p:sldLayoutId id="2147483671" r:id="rId25"/>
    <p:sldLayoutId id="2147483672" r:id="rId26"/>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19.png"/><Relationship Id="rId4" Type="http://schemas.openxmlformats.org/officeDocument/2006/relationships/image" Target="../media/image20.png"/><Relationship Id="rId5" Type="http://schemas.openxmlformats.org/officeDocument/2006/relationships/image" Target="../media/image16.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12.png"/><Relationship Id="rId4" Type="http://schemas.openxmlformats.org/officeDocument/2006/relationships/image" Target="../media/image15.png"/><Relationship Id="rId5" Type="http://schemas.openxmlformats.org/officeDocument/2006/relationships/image" Target="../media/image19.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13.png"/><Relationship Id="rId4" Type="http://schemas.openxmlformats.org/officeDocument/2006/relationships/image" Target="../media/image21.png"/><Relationship Id="rId5" Type="http://schemas.openxmlformats.org/officeDocument/2006/relationships/image" Target="../media/image17.png"/><Relationship Id="rId6" Type="http://schemas.openxmlformats.org/officeDocument/2006/relationships/image" Target="../media/image18.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33.png"/><Relationship Id="rId4" Type="http://schemas.openxmlformats.org/officeDocument/2006/relationships/image" Target="../media/image2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13.png"/><Relationship Id="rId4" Type="http://schemas.openxmlformats.org/officeDocument/2006/relationships/image" Target="../media/image21.png"/><Relationship Id="rId5" Type="http://schemas.openxmlformats.org/officeDocument/2006/relationships/image" Target="../media/image17.png"/><Relationship Id="rId6" Type="http://schemas.openxmlformats.org/officeDocument/2006/relationships/image" Target="../media/image18.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28.png"/><Relationship Id="rId4" Type="http://schemas.openxmlformats.org/officeDocument/2006/relationships/image" Target="../media/image26.png"/><Relationship Id="rId5" Type="http://schemas.openxmlformats.org/officeDocument/2006/relationships/image" Target="../media/image27.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16.png"/><Relationship Id="rId4" Type="http://schemas.openxmlformats.org/officeDocument/2006/relationships/image" Target="../media/image34.png"/><Relationship Id="rId5" Type="http://schemas.openxmlformats.org/officeDocument/2006/relationships/image" Target="../media/image3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 name="Shape 159"/>
        <p:cNvGrpSpPr/>
        <p:nvPr/>
      </p:nvGrpSpPr>
      <p:grpSpPr>
        <a:xfrm>
          <a:off x="0" y="0"/>
          <a:ext cx="0" cy="0"/>
          <a:chOff x="0" y="0"/>
          <a:chExt cx="0" cy="0"/>
        </a:xfrm>
      </p:grpSpPr>
      <p:sp>
        <p:nvSpPr>
          <p:cNvPr id="160" name="Google Shape;160;p2"/>
          <p:cNvSpPr txBox="1"/>
          <p:nvPr>
            <p:ph type="title"/>
          </p:nvPr>
        </p:nvSpPr>
        <p:spPr>
          <a:xfrm>
            <a:off x="4595802" y="2687805"/>
            <a:ext cx="6188435" cy="1455575"/>
          </a:xfrm>
          <a:prstGeom prst="rect">
            <a:avLst/>
          </a:prstGeom>
          <a:noFill/>
          <a:ln>
            <a:noFill/>
          </a:ln>
        </p:spPr>
        <p:txBody>
          <a:bodyPr anchorCtr="0" anchor="t" bIns="45700" lIns="91425" spcFirstLastPara="1" rIns="91425" wrap="square" tIns="45700">
            <a:noAutofit/>
          </a:bodyPr>
          <a:lstStyle/>
          <a:p>
            <a:pPr indent="0" lvl="0" marL="228600" marR="0" rtl="0" algn="l">
              <a:lnSpc>
                <a:spcPct val="100000"/>
              </a:lnSpc>
              <a:spcBef>
                <a:spcPts val="0"/>
              </a:spcBef>
              <a:spcAft>
                <a:spcPts val="0"/>
              </a:spcAft>
              <a:buClr>
                <a:srgbClr val="3C3C3C"/>
              </a:buClr>
              <a:buSzPts val="3600"/>
              <a:buFont typeface="Arial"/>
              <a:buNone/>
            </a:pPr>
            <a:r>
              <a:rPr lang="en-IN" sz="3600"/>
              <a:t>SupeRR Selector Hackathon Round 2 Brief</a:t>
            </a:r>
            <a:endParaRPr/>
          </a:p>
        </p:txBody>
      </p:sp>
      <p:sp>
        <p:nvSpPr>
          <p:cNvPr id="161" name="Google Shape;161;p2"/>
          <p:cNvSpPr txBox="1"/>
          <p:nvPr>
            <p:ph idx="1" type="body"/>
          </p:nvPr>
        </p:nvSpPr>
        <p:spPr>
          <a:xfrm>
            <a:off x="4595801" y="4595992"/>
            <a:ext cx="6188435" cy="604400"/>
          </a:xfrm>
          <a:prstGeom prst="rect">
            <a:avLst/>
          </a:prstGeom>
          <a:noFill/>
          <a:ln>
            <a:noFill/>
          </a:ln>
        </p:spPr>
        <p:txBody>
          <a:bodyPr anchorCtr="0" anchor="t" bIns="45700" lIns="91425" spcFirstLastPara="1" rIns="91425" wrap="square" tIns="45700">
            <a:noAutofit/>
          </a:bodyPr>
          <a:lstStyle/>
          <a:p>
            <a:pPr indent="-228600" lvl="0" marL="457200" rtl="0" algn="l">
              <a:lnSpc>
                <a:spcPct val="100000"/>
              </a:lnSpc>
              <a:spcBef>
                <a:spcPts val="0"/>
              </a:spcBef>
              <a:spcAft>
                <a:spcPts val="0"/>
              </a:spcAft>
              <a:buSzPts val="2133"/>
              <a:buNone/>
            </a:pPr>
            <a:r>
              <a:rPr lang="en-IN" sz="2400"/>
              <a:t>December 2025</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5" name="Shape 165"/>
        <p:cNvGrpSpPr/>
        <p:nvPr/>
      </p:nvGrpSpPr>
      <p:grpSpPr>
        <a:xfrm>
          <a:off x="0" y="0"/>
          <a:ext cx="0" cy="0"/>
          <a:chOff x="0" y="0"/>
          <a:chExt cx="0" cy="0"/>
        </a:xfrm>
      </p:grpSpPr>
      <p:sp>
        <p:nvSpPr>
          <p:cNvPr id="166" name="Google Shape;166;p4"/>
          <p:cNvSpPr txBox="1"/>
          <p:nvPr>
            <p:ph idx="1" type="body"/>
          </p:nvPr>
        </p:nvSpPr>
        <p:spPr>
          <a:xfrm>
            <a:off x="1126884" y="548680"/>
            <a:ext cx="9255382" cy="6044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lt1"/>
              </a:buClr>
              <a:buSzPts val="2900"/>
              <a:buNone/>
            </a:pPr>
            <a:r>
              <a:rPr lang="en-IN" sz="2000"/>
              <a:t>Agenda</a:t>
            </a:r>
            <a:endParaRPr/>
          </a:p>
        </p:txBody>
      </p:sp>
      <p:sp>
        <p:nvSpPr>
          <p:cNvPr id="167" name="Google Shape;167;p4"/>
          <p:cNvSpPr/>
          <p:nvPr/>
        </p:nvSpPr>
        <p:spPr>
          <a:xfrm>
            <a:off x="740664" y="2276856"/>
            <a:ext cx="365760" cy="365760"/>
          </a:xfrm>
          <a:prstGeom prst="ellipse">
            <a:avLst/>
          </a:prstGeom>
          <a:solidFill>
            <a:srgbClr val="C2175B"/>
          </a:solidFill>
          <a:ln cap="flat" cmpd="sng" w="12700">
            <a:solidFill>
              <a:srgbClr val="C2175B"/>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pic>
        <p:nvPicPr>
          <p:cNvPr descr="preencoded.png" id="168" name="Google Shape;168;p4"/>
          <p:cNvPicPr preferRelativeResize="0"/>
          <p:nvPr/>
        </p:nvPicPr>
        <p:blipFill rotWithShape="1">
          <a:blip r:embed="rId3">
            <a:alphaModFix/>
          </a:blip>
          <a:srcRect b="0" l="0" r="0" t="0"/>
          <a:stretch/>
        </p:blipFill>
        <p:spPr>
          <a:xfrm>
            <a:off x="768096" y="2304288"/>
            <a:ext cx="310896" cy="310896"/>
          </a:xfrm>
          <a:prstGeom prst="rect">
            <a:avLst/>
          </a:prstGeom>
          <a:noFill/>
          <a:ln>
            <a:noFill/>
          </a:ln>
        </p:spPr>
      </p:pic>
      <p:sp>
        <p:nvSpPr>
          <p:cNvPr id="169" name="Google Shape;169;p4"/>
          <p:cNvSpPr/>
          <p:nvPr/>
        </p:nvSpPr>
        <p:spPr>
          <a:xfrm>
            <a:off x="1197864" y="2002536"/>
            <a:ext cx="9184402" cy="9144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1" i="0" lang="en-IN" sz="1800" u="none" cap="none" strike="noStrike">
                <a:solidFill>
                  <a:srgbClr val="002B5B"/>
                </a:solidFill>
                <a:latin typeface="Arial"/>
                <a:ea typeface="Arial"/>
                <a:cs typeface="Arial"/>
                <a:sym typeface="Arial"/>
              </a:rPr>
              <a:t>During this call</a:t>
            </a:r>
            <a:br>
              <a:rPr b="1" i="0" lang="en-IN" sz="1800" u="none" cap="none" strike="noStrike">
                <a:solidFill>
                  <a:srgbClr val="002B5B"/>
                </a:solidFill>
                <a:latin typeface="Arial"/>
                <a:ea typeface="Arial"/>
                <a:cs typeface="Arial"/>
                <a:sym typeface="Arial"/>
              </a:rPr>
            </a:br>
            <a:r>
              <a:rPr b="0" i="0" lang="en-IN" sz="1400" u="none" cap="none" strike="noStrike">
                <a:solidFill>
                  <a:srgbClr val="253858"/>
                </a:solidFill>
                <a:latin typeface="Arial"/>
                <a:ea typeface="Arial"/>
                <a:cs typeface="Arial"/>
                <a:sym typeface="Arial"/>
              </a:rPr>
              <a:t>We’ll walk you through the problem statement, data pack structure, expectations and criteria.</a:t>
            </a:r>
            <a:endParaRPr b="0" i="0" sz="1800" u="none" cap="none" strike="noStrike">
              <a:solidFill>
                <a:srgbClr val="000000"/>
              </a:solidFill>
              <a:latin typeface="Arial"/>
              <a:ea typeface="Arial"/>
              <a:cs typeface="Arial"/>
              <a:sym typeface="Arial"/>
            </a:endParaRPr>
          </a:p>
        </p:txBody>
      </p:sp>
      <p:sp>
        <p:nvSpPr>
          <p:cNvPr id="170" name="Google Shape;170;p4"/>
          <p:cNvSpPr/>
          <p:nvPr/>
        </p:nvSpPr>
        <p:spPr>
          <a:xfrm>
            <a:off x="740664" y="3374136"/>
            <a:ext cx="365760" cy="365760"/>
          </a:xfrm>
          <a:prstGeom prst="ellipse">
            <a:avLst/>
          </a:prstGeom>
          <a:solidFill>
            <a:srgbClr val="C2175B"/>
          </a:solidFill>
          <a:ln cap="flat" cmpd="sng" w="12700">
            <a:solidFill>
              <a:srgbClr val="C2175B"/>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pic>
        <p:nvPicPr>
          <p:cNvPr descr="preencoded.png" id="171" name="Google Shape;171;p4"/>
          <p:cNvPicPr preferRelativeResize="0"/>
          <p:nvPr/>
        </p:nvPicPr>
        <p:blipFill rotWithShape="1">
          <a:blip r:embed="rId4">
            <a:alphaModFix/>
          </a:blip>
          <a:srcRect b="0" l="0" r="0" t="0"/>
          <a:stretch/>
        </p:blipFill>
        <p:spPr>
          <a:xfrm>
            <a:off x="768096" y="3401568"/>
            <a:ext cx="310896" cy="310896"/>
          </a:xfrm>
          <a:prstGeom prst="rect">
            <a:avLst/>
          </a:prstGeom>
          <a:noFill/>
          <a:ln>
            <a:noFill/>
          </a:ln>
        </p:spPr>
      </p:pic>
      <p:sp>
        <p:nvSpPr>
          <p:cNvPr id="172" name="Google Shape;172;p4"/>
          <p:cNvSpPr/>
          <p:nvPr/>
        </p:nvSpPr>
        <p:spPr>
          <a:xfrm>
            <a:off x="1197864" y="3099816"/>
            <a:ext cx="9184402" cy="9144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1" i="0" lang="en-IN" sz="1800" u="none" cap="none" strike="noStrike">
                <a:solidFill>
                  <a:srgbClr val="002B5B"/>
                </a:solidFill>
                <a:latin typeface="Arial"/>
                <a:ea typeface="Arial"/>
                <a:cs typeface="Arial"/>
                <a:sym typeface="Arial"/>
              </a:rPr>
              <a:t>After the call</a:t>
            </a:r>
            <a:br>
              <a:rPr b="1" i="0" lang="en-IN" sz="1800" u="none" cap="none" strike="noStrike">
                <a:solidFill>
                  <a:srgbClr val="002B5B"/>
                </a:solidFill>
                <a:latin typeface="Arial"/>
                <a:ea typeface="Arial"/>
                <a:cs typeface="Arial"/>
                <a:sym typeface="Arial"/>
              </a:rPr>
            </a:br>
            <a:r>
              <a:rPr b="0" i="0" lang="en-IN" sz="1400" u="none" cap="none" strike="noStrike">
                <a:solidFill>
                  <a:srgbClr val="253858"/>
                </a:solidFill>
                <a:latin typeface="Arial"/>
                <a:ea typeface="Arial"/>
                <a:cs typeface="Arial"/>
                <a:sym typeface="Arial"/>
              </a:rPr>
              <a:t>You’ll receive a Google Drive link for the data and reference docs. Download and connect it to your environment.</a:t>
            </a:r>
            <a:endParaRPr b="0" i="0" sz="1800" u="none" cap="none" strike="noStrike">
              <a:solidFill>
                <a:srgbClr val="000000"/>
              </a:solidFill>
              <a:latin typeface="Arial"/>
              <a:ea typeface="Arial"/>
              <a:cs typeface="Arial"/>
              <a:sym typeface="Arial"/>
            </a:endParaRPr>
          </a:p>
        </p:txBody>
      </p:sp>
      <p:sp>
        <p:nvSpPr>
          <p:cNvPr id="173" name="Google Shape;173;p4"/>
          <p:cNvSpPr/>
          <p:nvPr/>
        </p:nvSpPr>
        <p:spPr>
          <a:xfrm>
            <a:off x="740664" y="4471416"/>
            <a:ext cx="365760" cy="365760"/>
          </a:xfrm>
          <a:prstGeom prst="ellipse">
            <a:avLst/>
          </a:prstGeom>
          <a:solidFill>
            <a:srgbClr val="C2175B"/>
          </a:solidFill>
          <a:ln cap="flat" cmpd="sng" w="12700">
            <a:solidFill>
              <a:srgbClr val="C2175B"/>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pic>
        <p:nvPicPr>
          <p:cNvPr descr="preencoded.png" id="174" name="Google Shape;174;p4"/>
          <p:cNvPicPr preferRelativeResize="0"/>
          <p:nvPr/>
        </p:nvPicPr>
        <p:blipFill rotWithShape="1">
          <a:blip r:embed="rId5">
            <a:alphaModFix/>
          </a:blip>
          <a:srcRect b="0" l="0" r="0" t="0"/>
          <a:stretch/>
        </p:blipFill>
        <p:spPr>
          <a:xfrm>
            <a:off x="768096" y="4498848"/>
            <a:ext cx="310896" cy="310896"/>
          </a:xfrm>
          <a:prstGeom prst="rect">
            <a:avLst/>
          </a:prstGeom>
          <a:noFill/>
          <a:ln>
            <a:noFill/>
          </a:ln>
        </p:spPr>
      </p:pic>
      <p:sp>
        <p:nvSpPr>
          <p:cNvPr id="175" name="Google Shape;175;p4"/>
          <p:cNvSpPr/>
          <p:nvPr/>
        </p:nvSpPr>
        <p:spPr>
          <a:xfrm>
            <a:off x="1197864" y="4197096"/>
            <a:ext cx="9184402" cy="9144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1" i="0" lang="en-IN" sz="1800" u="none" cap="none" strike="noStrike">
                <a:solidFill>
                  <a:srgbClr val="002B5B"/>
                </a:solidFill>
                <a:latin typeface="Arial"/>
                <a:ea typeface="Arial"/>
                <a:cs typeface="Arial"/>
                <a:sym typeface="Arial"/>
              </a:rPr>
              <a:t>Submission</a:t>
            </a:r>
            <a:br>
              <a:rPr b="1" i="0" lang="en-IN" sz="1800" u="none" cap="none" strike="noStrike">
                <a:solidFill>
                  <a:srgbClr val="002B5B"/>
                </a:solidFill>
                <a:latin typeface="Arial"/>
                <a:ea typeface="Arial"/>
                <a:cs typeface="Arial"/>
                <a:sym typeface="Arial"/>
              </a:rPr>
            </a:br>
            <a:r>
              <a:rPr b="0" i="0" lang="en-IN" sz="1400" u="none" cap="none" strike="noStrike">
                <a:solidFill>
                  <a:srgbClr val="253858"/>
                </a:solidFill>
                <a:latin typeface="Arial"/>
                <a:ea typeface="Arial"/>
                <a:cs typeface="Arial"/>
                <a:sym typeface="Arial"/>
              </a:rPr>
              <a:t>Follow the submission format and timelines communicated by the RR team.</a:t>
            </a:r>
            <a:endParaRPr b="0" i="0" sz="1800" u="none" cap="none" strike="noStrike">
              <a:solidFill>
                <a:srgbClr val="000000"/>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9" name="Shape 179"/>
        <p:cNvGrpSpPr/>
        <p:nvPr/>
      </p:nvGrpSpPr>
      <p:grpSpPr>
        <a:xfrm>
          <a:off x="0" y="0"/>
          <a:ext cx="0" cy="0"/>
          <a:chOff x="0" y="0"/>
          <a:chExt cx="0" cy="0"/>
        </a:xfrm>
      </p:grpSpPr>
      <p:sp>
        <p:nvSpPr>
          <p:cNvPr id="180" name="Google Shape;180;p5"/>
          <p:cNvSpPr txBox="1"/>
          <p:nvPr>
            <p:ph idx="1" type="body"/>
          </p:nvPr>
        </p:nvSpPr>
        <p:spPr>
          <a:xfrm>
            <a:off x="1126884" y="548680"/>
            <a:ext cx="9255382" cy="6044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lt1"/>
              </a:buClr>
              <a:buSzPts val="2900"/>
              <a:buNone/>
            </a:pPr>
            <a:r>
              <a:rPr lang="en-IN" sz="2000"/>
              <a:t>About SupeRR Selector Round 2</a:t>
            </a:r>
            <a:endParaRPr/>
          </a:p>
        </p:txBody>
      </p:sp>
      <p:sp>
        <p:nvSpPr>
          <p:cNvPr id="181" name="Google Shape;181;p5"/>
          <p:cNvSpPr/>
          <p:nvPr/>
        </p:nvSpPr>
        <p:spPr>
          <a:xfrm>
            <a:off x="1126884" y="1865376"/>
            <a:ext cx="9255382" cy="3813048"/>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rPr b="0" i="0" lang="en-IN" sz="1800" u="none" cap="none" strike="noStrike">
                <a:solidFill>
                  <a:srgbClr val="002B5B"/>
                </a:solidFill>
                <a:latin typeface="Arial"/>
                <a:ea typeface="Arial"/>
                <a:cs typeface="Arial"/>
                <a:sym typeface="Arial"/>
              </a:rPr>
              <a:t>The Royals have built an identity around backing potential - whether it’s a young player or a sharp cricket mind behind a laptop.</a:t>
            </a:r>
            <a:br>
              <a:rPr b="0" i="0" lang="en-IN" sz="1800" u="none" cap="none" strike="noStrike">
                <a:solidFill>
                  <a:srgbClr val="002B5B"/>
                </a:solidFill>
                <a:latin typeface="Arial"/>
                <a:ea typeface="Arial"/>
                <a:cs typeface="Arial"/>
                <a:sym typeface="Arial"/>
              </a:rPr>
            </a:br>
            <a:br>
              <a:rPr b="0" i="0" lang="en-IN" sz="1800" u="none" cap="none" strike="noStrike">
                <a:solidFill>
                  <a:srgbClr val="002B5B"/>
                </a:solidFill>
                <a:latin typeface="Arial"/>
                <a:ea typeface="Arial"/>
                <a:cs typeface="Arial"/>
                <a:sym typeface="Arial"/>
              </a:rPr>
            </a:br>
            <a:r>
              <a:rPr b="1" i="0" lang="en-IN" sz="1800" u="none" cap="none" strike="noStrike">
                <a:solidFill>
                  <a:srgbClr val="002B5B"/>
                </a:solidFill>
                <a:latin typeface="Arial"/>
                <a:ea typeface="Arial"/>
                <a:cs typeface="Arial"/>
                <a:sym typeface="Arial"/>
              </a:rPr>
              <a:t>Balance creativity with discipline.</a:t>
            </a:r>
            <a:br>
              <a:rPr b="0" i="0" lang="en-IN" sz="1800" u="none" cap="none" strike="noStrike">
                <a:solidFill>
                  <a:srgbClr val="002B5B"/>
                </a:solidFill>
                <a:latin typeface="Arial"/>
                <a:ea typeface="Arial"/>
                <a:cs typeface="Arial"/>
                <a:sym typeface="Arial"/>
              </a:rPr>
            </a:br>
            <a:endParaRPr/>
          </a:p>
          <a:p>
            <a:pPr indent="0" lvl="0" marL="0" marR="0" rtl="0" algn="l">
              <a:lnSpc>
                <a:spcPct val="100000"/>
              </a:lnSpc>
              <a:spcBef>
                <a:spcPts val="0"/>
              </a:spcBef>
              <a:spcAft>
                <a:spcPts val="0"/>
              </a:spcAft>
              <a:buNone/>
            </a:pPr>
            <a:r>
              <a:rPr b="0" i="0" lang="en-IN" sz="1800" u="none" cap="none" strike="noStrike">
                <a:solidFill>
                  <a:srgbClr val="002B5B"/>
                </a:solidFill>
                <a:latin typeface="Arial"/>
                <a:ea typeface="Arial"/>
                <a:cs typeface="Arial"/>
                <a:sym typeface="Arial"/>
              </a:rPr>
              <a:t>In Round 2 of the Hackathon there is no single “right” model - we’re looking for well‑argued, cricket‑smart approaches.</a:t>
            </a:r>
            <a:endParaRPr/>
          </a:p>
          <a:p>
            <a:pPr indent="0" lvl="0" marL="0" marR="0" rtl="0" algn="l">
              <a:lnSpc>
                <a:spcPct val="100000"/>
              </a:lnSpc>
              <a:spcBef>
                <a:spcPts val="0"/>
              </a:spcBef>
              <a:spcAft>
                <a:spcPts val="0"/>
              </a:spcAft>
              <a:buNone/>
            </a:pPr>
            <a:r>
              <a:t/>
            </a:r>
            <a:endParaRPr b="0" i="0" sz="1800" u="none" cap="none" strike="noStrike">
              <a:solidFill>
                <a:srgbClr val="002B5B"/>
              </a:solidFill>
              <a:latin typeface="Arial"/>
              <a:ea typeface="Arial"/>
              <a:cs typeface="Arial"/>
              <a:sym typeface="Arial"/>
            </a:endParaRPr>
          </a:p>
          <a:p>
            <a:pPr indent="0" lvl="0" marL="0" marR="0" rtl="0" algn="l">
              <a:lnSpc>
                <a:spcPct val="100000"/>
              </a:lnSpc>
              <a:spcBef>
                <a:spcPts val="0"/>
              </a:spcBef>
              <a:spcAft>
                <a:spcPts val="0"/>
              </a:spcAft>
              <a:buNone/>
            </a:pPr>
            <a:r>
              <a:t/>
            </a:r>
            <a:endParaRPr b="0" i="0" sz="1800" u="none" cap="none" strike="noStrike">
              <a:solidFill>
                <a:srgbClr val="002B5B"/>
              </a:solidFill>
              <a:latin typeface="Arial"/>
              <a:ea typeface="Arial"/>
              <a:cs typeface="Arial"/>
              <a:sym typeface="Arial"/>
            </a:endParaRPr>
          </a:p>
          <a:p>
            <a:pPr indent="0" lvl="0" marL="0" marR="0" rtl="0" algn="l">
              <a:lnSpc>
                <a:spcPct val="100000"/>
              </a:lnSpc>
              <a:spcBef>
                <a:spcPts val="0"/>
              </a:spcBef>
              <a:spcAft>
                <a:spcPts val="0"/>
              </a:spcAft>
              <a:buNone/>
            </a:pPr>
            <a:r>
              <a:rPr b="1" i="0" lang="en-IN" sz="1800" u="none" cap="none" strike="noStrike">
                <a:solidFill>
                  <a:srgbClr val="002B5B"/>
                </a:solidFill>
                <a:latin typeface="Arial"/>
                <a:ea typeface="Arial"/>
                <a:cs typeface="Arial"/>
                <a:sym typeface="Arial"/>
              </a:rPr>
              <a:t>Round 2 Objective</a:t>
            </a:r>
            <a:br>
              <a:rPr b="0" i="0" lang="en-IN" sz="1800" u="none" cap="none" strike="noStrike">
                <a:solidFill>
                  <a:srgbClr val="002B5B"/>
                </a:solidFill>
                <a:latin typeface="Arial"/>
                <a:ea typeface="Arial"/>
                <a:cs typeface="Arial"/>
                <a:sym typeface="Arial"/>
              </a:rPr>
            </a:br>
            <a:r>
              <a:rPr b="0" i="0" lang="en-IN" sz="1800" u="none" cap="none" strike="noStrike">
                <a:solidFill>
                  <a:srgbClr val="002B5B"/>
                </a:solidFill>
                <a:latin typeface="Arial"/>
                <a:ea typeface="Arial"/>
                <a:cs typeface="Arial"/>
                <a:sym typeface="Arial"/>
              </a:rPr>
              <a:t>Use the provided data pack to identify and rank the Top 40 Indian uncapped players based on their likelihood of being capped in ODI &amp; T20I formats.</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5" name="Shape 185"/>
        <p:cNvGrpSpPr/>
        <p:nvPr/>
      </p:nvGrpSpPr>
      <p:grpSpPr>
        <a:xfrm>
          <a:off x="0" y="0"/>
          <a:ext cx="0" cy="0"/>
          <a:chOff x="0" y="0"/>
          <a:chExt cx="0" cy="0"/>
        </a:xfrm>
      </p:grpSpPr>
      <p:sp>
        <p:nvSpPr>
          <p:cNvPr id="186" name="Google Shape;186;p6"/>
          <p:cNvSpPr txBox="1"/>
          <p:nvPr>
            <p:ph idx="1" type="body"/>
          </p:nvPr>
        </p:nvSpPr>
        <p:spPr>
          <a:xfrm>
            <a:off x="1126884" y="548680"/>
            <a:ext cx="9255382" cy="6044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lt1"/>
              </a:buClr>
              <a:buSzPts val="2900"/>
              <a:buNone/>
            </a:pPr>
            <a:r>
              <a:rPr lang="en-IN" sz="2000"/>
              <a:t>About the Data Pack You’ll Receive</a:t>
            </a:r>
            <a:endParaRPr/>
          </a:p>
        </p:txBody>
      </p:sp>
      <p:sp>
        <p:nvSpPr>
          <p:cNvPr id="187" name="Google Shape;187;p6"/>
          <p:cNvSpPr/>
          <p:nvPr/>
        </p:nvSpPr>
        <p:spPr>
          <a:xfrm>
            <a:off x="913492" y="2607453"/>
            <a:ext cx="426325" cy="426325"/>
          </a:xfrm>
          <a:prstGeom prst="ellipse">
            <a:avLst/>
          </a:prstGeom>
          <a:solidFill>
            <a:srgbClr val="F9D6E2"/>
          </a:solidFill>
          <a:ln cap="flat" cmpd="sng" w="12700">
            <a:solidFill>
              <a:srgbClr val="F9D6E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65" u="none" cap="none" strike="noStrike">
              <a:solidFill>
                <a:srgbClr val="000000"/>
              </a:solidFill>
              <a:latin typeface="Arial"/>
              <a:ea typeface="Arial"/>
              <a:cs typeface="Arial"/>
              <a:sym typeface="Arial"/>
            </a:endParaRPr>
          </a:p>
        </p:txBody>
      </p:sp>
      <p:pic>
        <p:nvPicPr>
          <p:cNvPr descr="preencoded.png" id="188" name="Google Shape;188;p6"/>
          <p:cNvPicPr preferRelativeResize="0"/>
          <p:nvPr/>
        </p:nvPicPr>
        <p:blipFill rotWithShape="1">
          <a:blip r:embed="rId3">
            <a:alphaModFix/>
          </a:blip>
          <a:srcRect b="0" l="0" r="0" t="0"/>
          <a:stretch/>
        </p:blipFill>
        <p:spPr>
          <a:xfrm>
            <a:off x="950034" y="2643995"/>
            <a:ext cx="365422" cy="365422"/>
          </a:xfrm>
          <a:prstGeom prst="rect">
            <a:avLst/>
          </a:prstGeom>
          <a:noFill/>
          <a:ln>
            <a:noFill/>
          </a:ln>
        </p:spPr>
      </p:pic>
      <p:sp>
        <p:nvSpPr>
          <p:cNvPr id="189" name="Google Shape;189;p6"/>
          <p:cNvSpPr/>
          <p:nvPr/>
        </p:nvSpPr>
        <p:spPr>
          <a:xfrm>
            <a:off x="1461624" y="2546549"/>
            <a:ext cx="6699397" cy="730843"/>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rPr b="1" i="0" lang="en-IN" sz="2131" u="none" cap="none" strike="noStrike">
                <a:solidFill>
                  <a:srgbClr val="002B5B"/>
                </a:solidFill>
                <a:latin typeface="Arial"/>
                <a:ea typeface="Arial"/>
                <a:cs typeface="Arial"/>
                <a:sym typeface="Arial"/>
              </a:rPr>
              <a:t>White‑ball internationals</a:t>
            </a:r>
            <a:br>
              <a:rPr b="1" i="0" lang="en-IN" sz="2131" u="none" cap="none" strike="noStrike">
                <a:solidFill>
                  <a:srgbClr val="002B5B"/>
                </a:solidFill>
                <a:latin typeface="Arial"/>
                <a:ea typeface="Arial"/>
                <a:cs typeface="Arial"/>
                <a:sym typeface="Arial"/>
              </a:rPr>
            </a:br>
            <a:r>
              <a:rPr b="0" i="0" lang="en-IN" sz="1599" u="none" cap="none" strike="noStrike">
                <a:solidFill>
                  <a:srgbClr val="253858"/>
                </a:solidFill>
                <a:latin typeface="Arial"/>
                <a:ea typeface="Arial"/>
                <a:cs typeface="Arial"/>
                <a:sym typeface="Arial"/>
              </a:rPr>
              <a:t>All white‑ball matches played by India over the last 5 years.</a:t>
            </a:r>
            <a:endParaRPr b="0" i="0" sz="2131" u="none" cap="none" strike="noStrike">
              <a:solidFill>
                <a:srgbClr val="000000"/>
              </a:solidFill>
              <a:latin typeface="Arial"/>
              <a:ea typeface="Arial"/>
              <a:cs typeface="Arial"/>
              <a:sym typeface="Arial"/>
            </a:endParaRPr>
          </a:p>
        </p:txBody>
      </p:sp>
      <p:sp>
        <p:nvSpPr>
          <p:cNvPr id="190" name="Google Shape;190;p6"/>
          <p:cNvSpPr/>
          <p:nvPr/>
        </p:nvSpPr>
        <p:spPr>
          <a:xfrm>
            <a:off x="913492" y="3460104"/>
            <a:ext cx="426325" cy="426325"/>
          </a:xfrm>
          <a:prstGeom prst="ellipse">
            <a:avLst/>
          </a:prstGeom>
          <a:solidFill>
            <a:srgbClr val="F9D6E2"/>
          </a:solidFill>
          <a:ln cap="flat" cmpd="sng" w="12700">
            <a:solidFill>
              <a:srgbClr val="F9D6E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65" u="none" cap="none" strike="noStrike">
              <a:solidFill>
                <a:srgbClr val="000000"/>
              </a:solidFill>
              <a:latin typeface="Arial"/>
              <a:ea typeface="Arial"/>
              <a:cs typeface="Arial"/>
              <a:sym typeface="Arial"/>
            </a:endParaRPr>
          </a:p>
        </p:txBody>
      </p:sp>
      <p:pic>
        <p:nvPicPr>
          <p:cNvPr descr="preencoded.png" id="191" name="Google Shape;191;p6"/>
          <p:cNvPicPr preferRelativeResize="0"/>
          <p:nvPr/>
        </p:nvPicPr>
        <p:blipFill rotWithShape="1">
          <a:blip r:embed="rId4">
            <a:alphaModFix/>
          </a:blip>
          <a:srcRect b="0" l="0" r="0" t="0"/>
          <a:stretch/>
        </p:blipFill>
        <p:spPr>
          <a:xfrm>
            <a:off x="950034" y="3496645"/>
            <a:ext cx="365422" cy="365422"/>
          </a:xfrm>
          <a:prstGeom prst="rect">
            <a:avLst/>
          </a:prstGeom>
          <a:noFill/>
          <a:ln>
            <a:noFill/>
          </a:ln>
        </p:spPr>
      </p:pic>
      <p:sp>
        <p:nvSpPr>
          <p:cNvPr id="192" name="Google Shape;192;p6"/>
          <p:cNvSpPr/>
          <p:nvPr/>
        </p:nvSpPr>
        <p:spPr>
          <a:xfrm>
            <a:off x="1461624" y="3399200"/>
            <a:ext cx="6699397" cy="730843"/>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rPr b="1" i="0" lang="en-IN" sz="2131" u="none" cap="none" strike="noStrike">
                <a:solidFill>
                  <a:srgbClr val="002B5B"/>
                </a:solidFill>
                <a:latin typeface="Arial"/>
                <a:ea typeface="Arial"/>
                <a:cs typeface="Arial"/>
                <a:sym typeface="Arial"/>
              </a:rPr>
              <a:t>Domestic competitions</a:t>
            </a:r>
            <a:br>
              <a:rPr b="1" i="0" lang="en-IN" sz="2131" u="none" cap="none" strike="noStrike">
                <a:solidFill>
                  <a:srgbClr val="002B5B"/>
                </a:solidFill>
                <a:latin typeface="Arial"/>
                <a:ea typeface="Arial"/>
                <a:cs typeface="Arial"/>
                <a:sym typeface="Arial"/>
              </a:rPr>
            </a:br>
            <a:r>
              <a:rPr b="0" i="0" lang="en-IN" sz="1599" u="none" cap="none" strike="noStrike">
                <a:solidFill>
                  <a:srgbClr val="253858"/>
                </a:solidFill>
                <a:latin typeface="Arial"/>
                <a:ea typeface="Arial"/>
                <a:cs typeface="Arial"/>
                <a:sym typeface="Arial"/>
              </a:rPr>
              <a:t>Major Indian domestic white‑ball tournaments included.</a:t>
            </a:r>
            <a:endParaRPr b="0" i="0" sz="2131" u="none" cap="none" strike="noStrike">
              <a:solidFill>
                <a:srgbClr val="000000"/>
              </a:solidFill>
              <a:latin typeface="Arial"/>
              <a:ea typeface="Arial"/>
              <a:cs typeface="Arial"/>
              <a:sym typeface="Arial"/>
            </a:endParaRPr>
          </a:p>
        </p:txBody>
      </p:sp>
      <p:sp>
        <p:nvSpPr>
          <p:cNvPr id="193" name="Google Shape;193;p6"/>
          <p:cNvSpPr/>
          <p:nvPr/>
        </p:nvSpPr>
        <p:spPr>
          <a:xfrm>
            <a:off x="913492" y="4312754"/>
            <a:ext cx="426325" cy="426325"/>
          </a:xfrm>
          <a:prstGeom prst="ellipse">
            <a:avLst/>
          </a:prstGeom>
          <a:solidFill>
            <a:srgbClr val="F9D6E2"/>
          </a:solidFill>
          <a:ln cap="flat" cmpd="sng" w="12700">
            <a:solidFill>
              <a:srgbClr val="F9D6E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65" u="none" cap="none" strike="noStrike">
              <a:solidFill>
                <a:srgbClr val="000000"/>
              </a:solidFill>
              <a:latin typeface="Arial"/>
              <a:ea typeface="Arial"/>
              <a:cs typeface="Arial"/>
              <a:sym typeface="Arial"/>
            </a:endParaRPr>
          </a:p>
        </p:txBody>
      </p:sp>
      <p:pic>
        <p:nvPicPr>
          <p:cNvPr descr="preencoded.png" id="194" name="Google Shape;194;p6"/>
          <p:cNvPicPr preferRelativeResize="0"/>
          <p:nvPr/>
        </p:nvPicPr>
        <p:blipFill rotWithShape="1">
          <a:blip r:embed="rId5">
            <a:alphaModFix/>
          </a:blip>
          <a:srcRect b="0" l="0" r="0" t="0"/>
          <a:stretch/>
        </p:blipFill>
        <p:spPr>
          <a:xfrm>
            <a:off x="950034" y="4349296"/>
            <a:ext cx="365422" cy="365422"/>
          </a:xfrm>
          <a:prstGeom prst="rect">
            <a:avLst/>
          </a:prstGeom>
          <a:noFill/>
          <a:ln>
            <a:noFill/>
          </a:ln>
        </p:spPr>
      </p:pic>
      <p:sp>
        <p:nvSpPr>
          <p:cNvPr id="195" name="Google Shape;195;p6"/>
          <p:cNvSpPr/>
          <p:nvPr/>
        </p:nvSpPr>
        <p:spPr>
          <a:xfrm>
            <a:off x="1461624" y="4251851"/>
            <a:ext cx="6699397" cy="730843"/>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rPr b="1" i="0" lang="en-IN" sz="2131" u="none" cap="none" strike="noStrike">
                <a:solidFill>
                  <a:srgbClr val="002B5B"/>
                </a:solidFill>
                <a:latin typeface="Arial"/>
                <a:ea typeface="Arial"/>
                <a:cs typeface="Arial"/>
                <a:sym typeface="Arial"/>
              </a:rPr>
              <a:t>Time period</a:t>
            </a:r>
            <a:br>
              <a:rPr b="1" i="0" lang="en-IN" sz="2131" u="none" cap="none" strike="noStrike">
                <a:solidFill>
                  <a:srgbClr val="002B5B"/>
                </a:solidFill>
                <a:latin typeface="Arial"/>
                <a:ea typeface="Arial"/>
                <a:cs typeface="Arial"/>
                <a:sym typeface="Arial"/>
              </a:rPr>
            </a:br>
            <a:r>
              <a:rPr b="0" i="0" lang="en-IN" sz="1599" u="none" cap="none" strike="noStrike">
                <a:solidFill>
                  <a:srgbClr val="253858"/>
                </a:solidFill>
                <a:latin typeface="Arial"/>
                <a:ea typeface="Arial"/>
                <a:cs typeface="Arial"/>
                <a:sym typeface="Arial"/>
              </a:rPr>
              <a:t>Ball‑by‑ball and match‑level data spanning the past 5 seasons.</a:t>
            </a:r>
            <a:endParaRPr b="0" i="0" sz="2131" u="none" cap="none" strike="noStrike">
              <a:solidFill>
                <a:srgbClr val="000000"/>
              </a:solidFill>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9" name="Shape 199"/>
        <p:cNvGrpSpPr/>
        <p:nvPr/>
      </p:nvGrpSpPr>
      <p:grpSpPr>
        <a:xfrm>
          <a:off x="0" y="0"/>
          <a:ext cx="0" cy="0"/>
          <a:chOff x="0" y="0"/>
          <a:chExt cx="0" cy="0"/>
        </a:xfrm>
      </p:grpSpPr>
      <p:sp>
        <p:nvSpPr>
          <p:cNvPr id="200" name="Google Shape;200;p7"/>
          <p:cNvSpPr txBox="1"/>
          <p:nvPr>
            <p:ph idx="1" type="body"/>
          </p:nvPr>
        </p:nvSpPr>
        <p:spPr>
          <a:xfrm>
            <a:off x="1126884" y="548680"/>
            <a:ext cx="9255382" cy="6044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lt1"/>
              </a:buClr>
              <a:buSzPts val="2900"/>
              <a:buNone/>
            </a:pPr>
            <a:r>
              <a:rPr lang="en-IN" sz="2000"/>
              <a:t>About the Data Pack You’ll Receive</a:t>
            </a:r>
            <a:endParaRPr/>
          </a:p>
        </p:txBody>
      </p:sp>
      <p:sp>
        <p:nvSpPr>
          <p:cNvPr id="201" name="Google Shape;201;p7"/>
          <p:cNvSpPr/>
          <p:nvPr/>
        </p:nvSpPr>
        <p:spPr>
          <a:xfrm>
            <a:off x="969264" y="1874520"/>
            <a:ext cx="8229600" cy="54864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600"/>
              <a:buFont typeface="Arial"/>
              <a:buNone/>
            </a:pPr>
            <a:r>
              <a:rPr b="1" i="0" lang="en-IN" sz="2600" u="none" cap="none" strike="noStrike">
                <a:solidFill>
                  <a:srgbClr val="002B5B"/>
                </a:solidFill>
                <a:latin typeface="Arial"/>
                <a:ea typeface="Arial"/>
                <a:cs typeface="Arial"/>
                <a:sym typeface="Arial"/>
              </a:rPr>
              <a:t>Files Included</a:t>
            </a:r>
            <a:endParaRPr b="0" i="0" sz="2600" u="none" cap="none" strike="noStrike">
              <a:solidFill>
                <a:srgbClr val="000000"/>
              </a:solidFill>
              <a:latin typeface="Arial"/>
              <a:ea typeface="Arial"/>
              <a:cs typeface="Arial"/>
              <a:sym typeface="Arial"/>
            </a:endParaRPr>
          </a:p>
        </p:txBody>
      </p:sp>
      <p:graphicFrame>
        <p:nvGraphicFramePr>
          <p:cNvPr id="202" name="Google Shape;202;p7"/>
          <p:cNvGraphicFramePr/>
          <p:nvPr/>
        </p:nvGraphicFramePr>
        <p:xfrm>
          <a:off x="969264" y="2606040"/>
          <a:ext cx="3000000" cy="3000000"/>
        </p:xfrm>
        <a:graphic>
          <a:graphicData uri="http://schemas.openxmlformats.org/drawingml/2006/table">
            <a:tbl>
              <a:tblPr>
                <a:noFill/>
                <a:tableStyleId>{9A3C83C2-CCB6-4D4A-8F23-4CBB1F446A45}</a:tableStyleId>
              </a:tblPr>
              <a:tblGrid>
                <a:gridCol w="2286000"/>
                <a:gridCol w="5943600"/>
              </a:tblGrid>
              <a:tr h="365750">
                <a:tc>
                  <a:txBody>
                    <a:bodyPr/>
                    <a:lstStyle/>
                    <a:p>
                      <a:pPr indent="0" lvl="0" marL="0" marR="0" rtl="0" algn="ctr">
                        <a:lnSpc>
                          <a:spcPct val="100000"/>
                        </a:lnSpc>
                        <a:spcBef>
                          <a:spcPts val="0"/>
                        </a:spcBef>
                        <a:spcAft>
                          <a:spcPts val="0"/>
                        </a:spcAft>
                        <a:buClr>
                          <a:srgbClr val="000000"/>
                        </a:buClr>
                        <a:buSzPts val="1200"/>
                        <a:buFont typeface="Arial"/>
                        <a:buNone/>
                      </a:pPr>
                      <a:r>
                        <a:rPr b="1" lang="en-IN" sz="1200" u="none" cap="none" strike="noStrike">
                          <a:solidFill>
                            <a:srgbClr val="FFFFFF"/>
                          </a:solidFill>
                        </a:rPr>
                        <a:t>File</a:t>
                      </a:r>
                      <a:endParaRPr sz="1200" u="none" cap="none" strike="noStrike"/>
                    </a:p>
                  </a:txBody>
                  <a:tcPr marT="45725" marB="45725" marR="91450" marL="91450">
                    <a:lnL cap="flat" cmpd="sng" w="9525">
                      <a:solidFill>
                        <a:srgbClr val="A3B8CC"/>
                      </a:solidFill>
                      <a:prstDash val="solid"/>
                      <a:round/>
                      <a:headEnd len="sm" w="sm" type="none"/>
                      <a:tailEnd len="sm" w="sm" type="none"/>
                    </a:lnL>
                    <a:lnR cap="flat" cmpd="sng" w="9525">
                      <a:solidFill>
                        <a:srgbClr val="A3B8CC"/>
                      </a:solidFill>
                      <a:prstDash val="solid"/>
                      <a:round/>
                      <a:headEnd len="sm" w="sm" type="none"/>
                      <a:tailEnd len="sm" w="sm" type="none"/>
                    </a:lnR>
                    <a:lnT cap="flat" cmpd="sng" w="9525">
                      <a:solidFill>
                        <a:srgbClr val="A3B8CC"/>
                      </a:solidFill>
                      <a:prstDash val="solid"/>
                      <a:round/>
                      <a:headEnd len="sm" w="sm" type="none"/>
                      <a:tailEnd len="sm" w="sm" type="none"/>
                    </a:lnT>
                    <a:lnB cap="flat" cmpd="sng" w="9525">
                      <a:solidFill>
                        <a:srgbClr val="A3B8CC"/>
                      </a:solidFill>
                      <a:prstDash val="solid"/>
                      <a:round/>
                      <a:headEnd len="sm" w="sm" type="none"/>
                      <a:tailEnd len="sm" w="sm" type="none"/>
                    </a:lnB>
                    <a:solidFill>
                      <a:srgbClr val="002B5B"/>
                    </a:solidFill>
                  </a:tcPr>
                </a:tc>
                <a:tc>
                  <a:txBody>
                    <a:bodyPr/>
                    <a:lstStyle/>
                    <a:p>
                      <a:pPr indent="0" lvl="0" marL="0" marR="0" rtl="0" algn="ctr">
                        <a:lnSpc>
                          <a:spcPct val="100000"/>
                        </a:lnSpc>
                        <a:spcBef>
                          <a:spcPts val="0"/>
                        </a:spcBef>
                        <a:spcAft>
                          <a:spcPts val="0"/>
                        </a:spcAft>
                        <a:buClr>
                          <a:srgbClr val="000000"/>
                        </a:buClr>
                        <a:buSzPts val="1200"/>
                        <a:buFont typeface="Arial"/>
                        <a:buNone/>
                      </a:pPr>
                      <a:r>
                        <a:rPr b="1" lang="en-IN" sz="1200" u="none" cap="none" strike="noStrike">
                          <a:solidFill>
                            <a:srgbClr val="FFFFFF"/>
                          </a:solidFill>
                        </a:rPr>
                        <a:t>Description</a:t>
                      </a:r>
                      <a:endParaRPr sz="1200" u="none" cap="none" strike="noStrike"/>
                    </a:p>
                  </a:txBody>
                  <a:tcPr marT="45725" marB="45725" marR="91450" marL="91450">
                    <a:lnL cap="flat" cmpd="sng" w="9525">
                      <a:solidFill>
                        <a:srgbClr val="A3B8CC"/>
                      </a:solidFill>
                      <a:prstDash val="solid"/>
                      <a:round/>
                      <a:headEnd len="sm" w="sm" type="none"/>
                      <a:tailEnd len="sm" w="sm" type="none"/>
                    </a:lnL>
                    <a:lnR cap="flat" cmpd="sng" w="9525">
                      <a:solidFill>
                        <a:srgbClr val="A3B8CC"/>
                      </a:solidFill>
                      <a:prstDash val="solid"/>
                      <a:round/>
                      <a:headEnd len="sm" w="sm" type="none"/>
                      <a:tailEnd len="sm" w="sm" type="none"/>
                    </a:lnR>
                    <a:lnT cap="flat" cmpd="sng" w="9525">
                      <a:solidFill>
                        <a:srgbClr val="A3B8CC"/>
                      </a:solidFill>
                      <a:prstDash val="solid"/>
                      <a:round/>
                      <a:headEnd len="sm" w="sm" type="none"/>
                      <a:tailEnd len="sm" w="sm" type="none"/>
                    </a:lnT>
                    <a:lnB cap="flat" cmpd="sng" w="9525">
                      <a:solidFill>
                        <a:srgbClr val="A3B8CC"/>
                      </a:solidFill>
                      <a:prstDash val="solid"/>
                      <a:round/>
                      <a:headEnd len="sm" w="sm" type="none"/>
                      <a:tailEnd len="sm" w="sm" type="none"/>
                    </a:lnB>
                    <a:solidFill>
                      <a:srgbClr val="002B5B"/>
                    </a:solidFill>
                  </a:tcPr>
                </a:tc>
              </a:tr>
              <a:tr h="320050">
                <a:tc>
                  <a:txBody>
                    <a:bodyPr/>
                    <a:lstStyle/>
                    <a:p>
                      <a:pPr indent="0" lvl="0" marL="0" marR="0" rtl="0" algn="l">
                        <a:lnSpc>
                          <a:spcPct val="100000"/>
                        </a:lnSpc>
                        <a:spcBef>
                          <a:spcPts val="0"/>
                        </a:spcBef>
                        <a:spcAft>
                          <a:spcPts val="0"/>
                        </a:spcAft>
                        <a:buClr>
                          <a:srgbClr val="000000"/>
                        </a:buClr>
                        <a:buSzPts val="1200"/>
                        <a:buFont typeface="Arial"/>
                        <a:buNone/>
                      </a:pPr>
                      <a:r>
                        <a:rPr lang="en-IN" sz="1200" u="none" cap="none" strike="noStrike">
                          <a:solidFill>
                            <a:srgbClr val="253858"/>
                          </a:solidFill>
                        </a:rPr>
                        <a:t>Competitions</a:t>
                      </a:r>
                      <a:endParaRPr sz="1200" u="none" cap="none" strike="noStrike"/>
                    </a:p>
                  </a:txBody>
                  <a:tcPr marT="45725" marB="45725" marR="91450" marL="91450">
                    <a:lnL cap="flat" cmpd="sng" w="9525">
                      <a:solidFill>
                        <a:srgbClr val="A3B8CC"/>
                      </a:solidFill>
                      <a:prstDash val="solid"/>
                      <a:round/>
                      <a:headEnd len="sm" w="sm" type="none"/>
                      <a:tailEnd len="sm" w="sm" type="none"/>
                    </a:lnL>
                    <a:lnR cap="flat" cmpd="sng" w="9525">
                      <a:solidFill>
                        <a:srgbClr val="A3B8CC"/>
                      </a:solidFill>
                      <a:prstDash val="solid"/>
                      <a:round/>
                      <a:headEnd len="sm" w="sm" type="none"/>
                      <a:tailEnd len="sm" w="sm" type="none"/>
                    </a:lnR>
                    <a:lnT cap="flat" cmpd="sng" w="9525">
                      <a:solidFill>
                        <a:srgbClr val="A3B8CC"/>
                      </a:solidFill>
                      <a:prstDash val="solid"/>
                      <a:round/>
                      <a:headEnd len="sm" w="sm" type="none"/>
                      <a:tailEnd len="sm" w="sm" type="none"/>
                    </a:lnT>
                    <a:lnB cap="flat" cmpd="sng" w="9525">
                      <a:solidFill>
                        <a:srgbClr val="A3B8CC"/>
                      </a:solidFill>
                      <a:prstDash val="solid"/>
                      <a:round/>
                      <a:headEnd len="sm" w="sm" type="none"/>
                      <a:tailEnd len="sm" w="sm" type="none"/>
                    </a:lnB>
                    <a:solidFill>
                      <a:srgbClr val="F7FAFC"/>
                    </a:solidFill>
                  </a:tcPr>
                </a:tc>
                <a:tc>
                  <a:txBody>
                    <a:bodyPr/>
                    <a:lstStyle/>
                    <a:p>
                      <a:pPr indent="0" lvl="0" marL="0" marR="0" rtl="0" algn="l">
                        <a:lnSpc>
                          <a:spcPct val="100000"/>
                        </a:lnSpc>
                        <a:spcBef>
                          <a:spcPts val="0"/>
                        </a:spcBef>
                        <a:spcAft>
                          <a:spcPts val="0"/>
                        </a:spcAft>
                        <a:buClr>
                          <a:srgbClr val="000000"/>
                        </a:buClr>
                        <a:buSzPts val="1200"/>
                        <a:buFont typeface="Arial"/>
                        <a:buNone/>
                      </a:pPr>
                      <a:r>
                        <a:rPr lang="en-IN" sz="1200" u="none" cap="none" strike="noStrike">
                          <a:solidFill>
                            <a:srgbClr val="253858"/>
                          </a:solidFill>
                        </a:rPr>
                        <a:t>List of tournaments and formats.</a:t>
                      </a:r>
                      <a:endParaRPr sz="1200" u="none" cap="none" strike="noStrike"/>
                    </a:p>
                  </a:txBody>
                  <a:tcPr marT="45725" marB="45725" marR="91450" marL="91450">
                    <a:lnL cap="flat" cmpd="sng" w="9525">
                      <a:solidFill>
                        <a:srgbClr val="A3B8CC"/>
                      </a:solidFill>
                      <a:prstDash val="solid"/>
                      <a:round/>
                      <a:headEnd len="sm" w="sm" type="none"/>
                      <a:tailEnd len="sm" w="sm" type="none"/>
                    </a:lnL>
                    <a:lnR cap="flat" cmpd="sng" w="9525">
                      <a:solidFill>
                        <a:srgbClr val="A3B8CC"/>
                      </a:solidFill>
                      <a:prstDash val="solid"/>
                      <a:round/>
                      <a:headEnd len="sm" w="sm" type="none"/>
                      <a:tailEnd len="sm" w="sm" type="none"/>
                    </a:lnR>
                    <a:lnT cap="flat" cmpd="sng" w="9525">
                      <a:solidFill>
                        <a:srgbClr val="A3B8CC"/>
                      </a:solidFill>
                      <a:prstDash val="solid"/>
                      <a:round/>
                      <a:headEnd len="sm" w="sm" type="none"/>
                      <a:tailEnd len="sm" w="sm" type="none"/>
                    </a:lnT>
                    <a:lnB cap="flat" cmpd="sng" w="9525">
                      <a:solidFill>
                        <a:srgbClr val="A3B8CC"/>
                      </a:solidFill>
                      <a:prstDash val="solid"/>
                      <a:round/>
                      <a:headEnd len="sm" w="sm" type="none"/>
                      <a:tailEnd len="sm" w="sm" type="none"/>
                    </a:lnB>
                    <a:solidFill>
                      <a:srgbClr val="F7FAFC"/>
                    </a:solidFill>
                  </a:tcPr>
                </a:tc>
              </a:tr>
              <a:tr h="320050">
                <a:tc>
                  <a:txBody>
                    <a:bodyPr/>
                    <a:lstStyle/>
                    <a:p>
                      <a:pPr indent="0" lvl="0" marL="0" marR="0" rtl="0" algn="l">
                        <a:lnSpc>
                          <a:spcPct val="100000"/>
                        </a:lnSpc>
                        <a:spcBef>
                          <a:spcPts val="0"/>
                        </a:spcBef>
                        <a:spcAft>
                          <a:spcPts val="0"/>
                        </a:spcAft>
                        <a:buClr>
                          <a:srgbClr val="000000"/>
                        </a:buClr>
                        <a:buSzPts val="1200"/>
                        <a:buFont typeface="Arial"/>
                        <a:buNone/>
                      </a:pPr>
                      <a:r>
                        <a:rPr lang="en-IN" sz="1200" u="none" cap="none" strike="noStrike">
                          <a:solidFill>
                            <a:srgbClr val="253858"/>
                          </a:solidFill>
                        </a:rPr>
                        <a:t>Matches</a:t>
                      </a:r>
                      <a:endParaRPr sz="1200" u="none" cap="none" strike="noStrike"/>
                    </a:p>
                  </a:txBody>
                  <a:tcPr marT="45725" marB="45725" marR="91450" marL="91450">
                    <a:lnL cap="flat" cmpd="sng" w="9525">
                      <a:solidFill>
                        <a:srgbClr val="A3B8CC"/>
                      </a:solidFill>
                      <a:prstDash val="solid"/>
                      <a:round/>
                      <a:headEnd len="sm" w="sm" type="none"/>
                      <a:tailEnd len="sm" w="sm" type="none"/>
                    </a:lnL>
                    <a:lnR cap="flat" cmpd="sng" w="9525">
                      <a:solidFill>
                        <a:srgbClr val="A3B8CC"/>
                      </a:solidFill>
                      <a:prstDash val="solid"/>
                      <a:round/>
                      <a:headEnd len="sm" w="sm" type="none"/>
                      <a:tailEnd len="sm" w="sm" type="none"/>
                    </a:lnR>
                    <a:lnT cap="flat" cmpd="sng" w="9525">
                      <a:solidFill>
                        <a:srgbClr val="A3B8CC"/>
                      </a:solidFill>
                      <a:prstDash val="solid"/>
                      <a:round/>
                      <a:headEnd len="sm" w="sm" type="none"/>
                      <a:tailEnd len="sm" w="sm" type="none"/>
                    </a:lnT>
                    <a:lnB cap="flat" cmpd="sng" w="9525">
                      <a:solidFill>
                        <a:srgbClr val="A3B8CC"/>
                      </a:solidFill>
                      <a:prstDash val="solid"/>
                      <a:round/>
                      <a:headEnd len="sm" w="sm" type="none"/>
                      <a:tailEnd len="sm" w="sm" type="none"/>
                    </a:lnB>
                    <a:solidFill>
                      <a:srgbClr val="F7FAFC"/>
                    </a:solidFill>
                  </a:tcPr>
                </a:tc>
                <a:tc>
                  <a:txBody>
                    <a:bodyPr/>
                    <a:lstStyle/>
                    <a:p>
                      <a:pPr indent="0" lvl="0" marL="0" marR="0" rtl="0" algn="l">
                        <a:lnSpc>
                          <a:spcPct val="100000"/>
                        </a:lnSpc>
                        <a:spcBef>
                          <a:spcPts val="0"/>
                        </a:spcBef>
                        <a:spcAft>
                          <a:spcPts val="0"/>
                        </a:spcAft>
                        <a:buClr>
                          <a:srgbClr val="000000"/>
                        </a:buClr>
                        <a:buSzPts val="1200"/>
                        <a:buFont typeface="Arial"/>
                        <a:buNone/>
                      </a:pPr>
                      <a:r>
                        <a:rPr lang="en-IN" sz="1200" u="none" cap="none" strike="noStrike">
                          <a:solidFill>
                            <a:srgbClr val="253858"/>
                          </a:solidFill>
                        </a:rPr>
                        <a:t>Match‑level information including teams, venue, date and result.</a:t>
                      </a:r>
                      <a:endParaRPr sz="1200" u="none" cap="none" strike="noStrike"/>
                    </a:p>
                  </a:txBody>
                  <a:tcPr marT="45725" marB="45725" marR="91450" marL="91450">
                    <a:lnL cap="flat" cmpd="sng" w="9525">
                      <a:solidFill>
                        <a:srgbClr val="A3B8CC"/>
                      </a:solidFill>
                      <a:prstDash val="solid"/>
                      <a:round/>
                      <a:headEnd len="sm" w="sm" type="none"/>
                      <a:tailEnd len="sm" w="sm" type="none"/>
                    </a:lnL>
                    <a:lnR cap="flat" cmpd="sng" w="9525">
                      <a:solidFill>
                        <a:srgbClr val="A3B8CC"/>
                      </a:solidFill>
                      <a:prstDash val="solid"/>
                      <a:round/>
                      <a:headEnd len="sm" w="sm" type="none"/>
                      <a:tailEnd len="sm" w="sm" type="none"/>
                    </a:lnR>
                    <a:lnT cap="flat" cmpd="sng" w="9525">
                      <a:solidFill>
                        <a:srgbClr val="A3B8CC"/>
                      </a:solidFill>
                      <a:prstDash val="solid"/>
                      <a:round/>
                      <a:headEnd len="sm" w="sm" type="none"/>
                      <a:tailEnd len="sm" w="sm" type="none"/>
                    </a:lnT>
                    <a:lnB cap="flat" cmpd="sng" w="9525">
                      <a:solidFill>
                        <a:srgbClr val="A3B8CC"/>
                      </a:solidFill>
                      <a:prstDash val="solid"/>
                      <a:round/>
                      <a:headEnd len="sm" w="sm" type="none"/>
                      <a:tailEnd len="sm" w="sm" type="none"/>
                    </a:lnB>
                    <a:solidFill>
                      <a:srgbClr val="F7FAFC"/>
                    </a:solidFill>
                  </a:tcPr>
                </a:tc>
              </a:tr>
              <a:tr h="320050">
                <a:tc>
                  <a:txBody>
                    <a:bodyPr/>
                    <a:lstStyle/>
                    <a:p>
                      <a:pPr indent="0" lvl="0" marL="0" marR="0" rtl="0" algn="l">
                        <a:lnSpc>
                          <a:spcPct val="100000"/>
                        </a:lnSpc>
                        <a:spcBef>
                          <a:spcPts val="0"/>
                        </a:spcBef>
                        <a:spcAft>
                          <a:spcPts val="0"/>
                        </a:spcAft>
                        <a:buClr>
                          <a:srgbClr val="000000"/>
                        </a:buClr>
                        <a:buSzPts val="1200"/>
                        <a:buFont typeface="Arial"/>
                        <a:buNone/>
                      </a:pPr>
                      <a:r>
                        <a:rPr lang="en-IN" sz="1200" u="none" cap="none" strike="noStrike">
                          <a:solidFill>
                            <a:srgbClr val="253858"/>
                          </a:solidFill>
                        </a:rPr>
                        <a:t>Players</a:t>
                      </a:r>
                      <a:endParaRPr sz="1200" u="none" cap="none" strike="noStrike"/>
                    </a:p>
                  </a:txBody>
                  <a:tcPr marT="45725" marB="45725" marR="91450" marL="91450">
                    <a:lnL cap="flat" cmpd="sng" w="9525">
                      <a:solidFill>
                        <a:srgbClr val="A3B8CC"/>
                      </a:solidFill>
                      <a:prstDash val="solid"/>
                      <a:round/>
                      <a:headEnd len="sm" w="sm" type="none"/>
                      <a:tailEnd len="sm" w="sm" type="none"/>
                    </a:lnL>
                    <a:lnR cap="flat" cmpd="sng" w="9525">
                      <a:solidFill>
                        <a:srgbClr val="A3B8CC"/>
                      </a:solidFill>
                      <a:prstDash val="solid"/>
                      <a:round/>
                      <a:headEnd len="sm" w="sm" type="none"/>
                      <a:tailEnd len="sm" w="sm" type="none"/>
                    </a:lnR>
                    <a:lnT cap="flat" cmpd="sng" w="9525">
                      <a:solidFill>
                        <a:srgbClr val="A3B8CC"/>
                      </a:solidFill>
                      <a:prstDash val="solid"/>
                      <a:round/>
                      <a:headEnd len="sm" w="sm" type="none"/>
                      <a:tailEnd len="sm" w="sm" type="none"/>
                    </a:lnT>
                    <a:lnB cap="flat" cmpd="sng" w="9525">
                      <a:solidFill>
                        <a:srgbClr val="A3B8CC"/>
                      </a:solidFill>
                      <a:prstDash val="solid"/>
                      <a:round/>
                      <a:headEnd len="sm" w="sm" type="none"/>
                      <a:tailEnd len="sm" w="sm" type="none"/>
                    </a:lnB>
                    <a:solidFill>
                      <a:srgbClr val="F7FAFC"/>
                    </a:solidFill>
                  </a:tcPr>
                </a:tc>
                <a:tc>
                  <a:txBody>
                    <a:bodyPr/>
                    <a:lstStyle/>
                    <a:p>
                      <a:pPr indent="0" lvl="0" marL="0" marR="0" rtl="0" algn="l">
                        <a:lnSpc>
                          <a:spcPct val="100000"/>
                        </a:lnSpc>
                        <a:spcBef>
                          <a:spcPts val="0"/>
                        </a:spcBef>
                        <a:spcAft>
                          <a:spcPts val="0"/>
                        </a:spcAft>
                        <a:buClr>
                          <a:srgbClr val="000000"/>
                        </a:buClr>
                        <a:buSzPts val="1200"/>
                        <a:buFont typeface="Arial"/>
                        <a:buNone/>
                      </a:pPr>
                      <a:r>
                        <a:rPr lang="en-IN" sz="1200" u="none" cap="none" strike="noStrike">
                          <a:solidFill>
                            <a:srgbClr val="253858"/>
                          </a:solidFill>
                        </a:rPr>
                        <a:t>Player master data.</a:t>
                      </a:r>
                      <a:endParaRPr sz="1200" u="none" cap="none" strike="noStrike"/>
                    </a:p>
                  </a:txBody>
                  <a:tcPr marT="45725" marB="45725" marR="91450" marL="91450">
                    <a:lnL cap="flat" cmpd="sng" w="9525">
                      <a:solidFill>
                        <a:srgbClr val="A3B8CC"/>
                      </a:solidFill>
                      <a:prstDash val="solid"/>
                      <a:round/>
                      <a:headEnd len="sm" w="sm" type="none"/>
                      <a:tailEnd len="sm" w="sm" type="none"/>
                    </a:lnL>
                    <a:lnR cap="flat" cmpd="sng" w="9525">
                      <a:solidFill>
                        <a:srgbClr val="A3B8CC"/>
                      </a:solidFill>
                      <a:prstDash val="solid"/>
                      <a:round/>
                      <a:headEnd len="sm" w="sm" type="none"/>
                      <a:tailEnd len="sm" w="sm" type="none"/>
                    </a:lnR>
                    <a:lnT cap="flat" cmpd="sng" w="9525">
                      <a:solidFill>
                        <a:srgbClr val="A3B8CC"/>
                      </a:solidFill>
                      <a:prstDash val="solid"/>
                      <a:round/>
                      <a:headEnd len="sm" w="sm" type="none"/>
                      <a:tailEnd len="sm" w="sm" type="none"/>
                    </a:lnT>
                    <a:lnB cap="flat" cmpd="sng" w="9525">
                      <a:solidFill>
                        <a:srgbClr val="A3B8CC"/>
                      </a:solidFill>
                      <a:prstDash val="solid"/>
                      <a:round/>
                      <a:headEnd len="sm" w="sm" type="none"/>
                      <a:tailEnd len="sm" w="sm" type="none"/>
                    </a:lnB>
                    <a:solidFill>
                      <a:srgbClr val="F7FAFC"/>
                    </a:solidFill>
                  </a:tcPr>
                </a:tc>
              </a:tr>
              <a:tr h="320050">
                <a:tc>
                  <a:txBody>
                    <a:bodyPr/>
                    <a:lstStyle/>
                    <a:p>
                      <a:pPr indent="0" lvl="0" marL="0" marR="0" rtl="0" algn="l">
                        <a:lnSpc>
                          <a:spcPct val="100000"/>
                        </a:lnSpc>
                        <a:spcBef>
                          <a:spcPts val="0"/>
                        </a:spcBef>
                        <a:spcAft>
                          <a:spcPts val="0"/>
                        </a:spcAft>
                        <a:buClr>
                          <a:srgbClr val="000000"/>
                        </a:buClr>
                        <a:buSzPts val="1200"/>
                        <a:buFont typeface="Arial"/>
                        <a:buNone/>
                      </a:pPr>
                      <a:r>
                        <a:rPr lang="en-IN" sz="1200" u="none" cap="none" strike="noStrike">
                          <a:solidFill>
                            <a:srgbClr val="253858"/>
                          </a:solidFill>
                        </a:rPr>
                        <a:t>Player–Team–Competition</a:t>
                      </a:r>
                      <a:endParaRPr sz="1200" u="none" cap="none" strike="noStrike"/>
                    </a:p>
                  </a:txBody>
                  <a:tcPr marT="45725" marB="45725" marR="91450" marL="91450">
                    <a:lnL cap="flat" cmpd="sng" w="9525">
                      <a:solidFill>
                        <a:srgbClr val="A3B8CC"/>
                      </a:solidFill>
                      <a:prstDash val="solid"/>
                      <a:round/>
                      <a:headEnd len="sm" w="sm" type="none"/>
                      <a:tailEnd len="sm" w="sm" type="none"/>
                    </a:lnL>
                    <a:lnR cap="flat" cmpd="sng" w="9525">
                      <a:solidFill>
                        <a:srgbClr val="A3B8CC"/>
                      </a:solidFill>
                      <a:prstDash val="solid"/>
                      <a:round/>
                      <a:headEnd len="sm" w="sm" type="none"/>
                      <a:tailEnd len="sm" w="sm" type="none"/>
                    </a:lnR>
                    <a:lnT cap="flat" cmpd="sng" w="9525">
                      <a:solidFill>
                        <a:srgbClr val="A3B8CC"/>
                      </a:solidFill>
                      <a:prstDash val="solid"/>
                      <a:round/>
                      <a:headEnd len="sm" w="sm" type="none"/>
                      <a:tailEnd len="sm" w="sm" type="none"/>
                    </a:lnT>
                    <a:lnB cap="flat" cmpd="sng" w="9525">
                      <a:solidFill>
                        <a:srgbClr val="A3B8CC"/>
                      </a:solidFill>
                      <a:prstDash val="solid"/>
                      <a:round/>
                      <a:headEnd len="sm" w="sm" type="none"/>
                      <a:tailEnd len="sm" w="sm" type="none"/>
                    </a:lnB>
                    <a:solidFill>
                      <a:srgbClr val="F7FAFC"/>
                    </a:solidFill>
                  </a:tcPr>
                </a:tc>
                <a:tc>
                  <a:txBody>
                    <a:bodyPr/>
                    <a:lstStyle/>
                    <a:p>
                      <a:pPr indent="0" lvl="0" marL="0" marR="0" rtl="0" algn="l">
                        <a:lnSpc>
                          <a:spcPct val="100000"/>
                        </a:lnSpc>
                        <a:spcBef>
                          <a:spcPts val="0"/>
                        </a:spcBef>
                        <a:spcAft>
                          <a:spcPts val="0"/>
                        </a:spcAft>
                        <a:buClr>
                          <a:srgbClr val="000000"/>
                        </a:buClr>
                        <a:buSzPts val="1200"/>
                        <a:buFont typeface="Arial"/>
                        <a:buNone/>
                      </a:pPr>
                      <a:r>
                        <a:rPr lang="en-IN" sz="1200" u="none" cap="none" strike="noStrike">
                          <a:solidFill>
                            <a:srgbClr val="253858"/>
                          </a:solidFill>
                        </a:rPr>
                        <a:t>Mapping between players, teams and tournaments.</a:t>
                      </a:r>
                      <a:endParaRPr sz="1200" u="none" cap="none" strike="noStrike"/>
                    </a:p>
                  </a:txBody>
                  <a:tcPr marT="45725" marB="45725" marR="91450" marL="91450">
                    <a:lnL cap="flat" cmpd="sng" w="9525">
                      <a:solidFill>
                        <a:srgbClr val="A3B8CC"/>
                      </a:solidFill>
                      <a:prstDash val="solid"/>
                      <a:round/>
                      <a:headEnd len="sm" w="sm" type="none"/>
                      <a:tailEnd len="sm" w="sm" type="none"/>
                    </a:lnL>
                    <a:lnR cap="flat" cmpd="sng" w="9525">
                      <a:solidFill>
                        <a:srgbClr val="A3B8CC"/>
                      </a:solidFill>
                      <a:prstDash val="solid"/>
                      <a:round/>
                      <a:headEnd len="sm" w="sm" type="none"/>
                      <a:tailEnd len="sm" w="sm" type="none"/>
                    </a:lnR>
                    <a:lnT cap="flat" cmpd="sng" w="9525">
                      <a:solidFill>
                        <a:srgbClr val="A3B8CC"/>
                      </a:solidFill>
                      <a:prstDash val="solid"/>
                      <a:round/>
                      <a:headEnd len="sm" w="sm" type="none"/>
                      <a:tailEnd len="sm" w="sm" type="none"/>
                    </a:lnT>
                    <a:lnB cap="flat" cmpd="sng" w="9525">
                      <a:solidFill>
                        <a:srgbClr val="A3B8CC"/>
                      </a:solidFill>
                      <a:prstDash val="solid"/>
                      <a:round/>
                      <a:headEnd len="sm" w="sm" type="none"/>
                      <a:tailEnd len="sm" w="sm" type="none"/>
                    </a:lnB>
                    <a:solidFill>
                      <a:srgbClr val="F7FAFC"/>
                    </a:solidFill>
                  </a:tcPr>
                </a:tc>
              </a:tr>
              <a:tr h="320050">
                <a:tc>
                  <a:txBody>
                    <a:bodyPr/>
                    <a:lstStyle/>
                    <a:p>
                      <a:pPr indent="0" lvl="0" marL="0" marR="0" rtl="0" algn="l">
                        <a:lnSpc>
                          <a:spcPct val="100000"/>
                        </a:lnSpc>
                        <a:spcBef>
                          <a:spcPts val="0"/>
                        </a:spcBef>
                        <a:spcAft>
                          <a:spcPts val="0"/>
                        </a:spcAft>
                        <a:buClr>
                          <a:srgbClr val="000000"/>
                        </a:buClr>
                        <a:buSzPts val="1200"/>
                        <a:buFont typeface="Arial"/>
                        <a:buNone/>
                      </a:pPr>
                      <a:r>
                        <a:rPr lang="en-IN" sz="1200" u="none" cap="none" strike="noStrike">
                          <a:solidFill>
                            <a:srgbClr val="253858"/>
                          </a:solidFill>
                        </a:rPr>
                        <a:t>Playing XI</a:t>
                      </a:r>
                      <a:endParaRPr sz="1200" u="none" cap="none" strike="noStrike"/>
                    </a:p>
                  </a:txBody>
                  <a:tcPr marT="45725" marB="45725" marR="91450" marL="91450">
                    <a:lnL cap="flat" cmpd="sng" w="9525">
                      <a:solidFill>
                        <a:srgbClr val="A3B8CC"/>
                      </a:solidFill>
                      <a:prstDash val="solid"/>
                      <a:round/>
                      <a:headEnd len="sm" w="sm" type="none"/>
                      <a:tailEnd len="sm" w="sm" type="none"/>
                    </a:lnL>
                    <a:lnR cap="flat" cmpd="sng" w="9525">
                      <a:solidFill>
                        <a:srgbClr val="A3B8CC"/>
                      </a:solidFill>
                      <a:prstDash val="solid"/>
                      <a:round/>
                      <a:headEnd len="sm" w="sm" type="none"/>
                      <a:tailEnd len="sm" w="sm" type="none"/>
                    </a:lnR>
                    <a:lnT cap="flat" cmpd="sng" w="9525">
                      <a:solidFill>
                        <a:srgbClr val="A3B8CC"/>
                      </a:solidFill>
                      <a:prstDash val="solid"/>
                      <a:round/>
                      <a:headEnd len="sm" w="sm" type="none"/>
                      <a:tailEnd len="sm" w="sm" type="none"/>
                    </a:lnT>
                    <a:lnB cap="flat" cmpd="sng" w="9525">
                      <a:solidFill>
                        <a:srgbClr val="A3B8CC"/>
                      </a:solidFill>
                      <a:prstDash val="solid"/>
                      <a:round/>
                      <a:headEnd len="sm" w="sm" type="none"/>
                      <a:tailEnd len="sm" w="sm" type="none"/>
                    </a:lnB>
                    <a:solidFill>
                      <a:srgbClr val="F7FAFC"/>
                    </a:solidFill>
                  </a:tcPr>
                </a:tc>
                <a:tc>
                  <a:txBody>
                    <a:bodyPr/>
                    <a:lstStyle/>
                    <a:p>
                      <a:pPr indent="0" lvl="0" marL="0" marR="0" rtl="0" algn="l">
                        <a:lnSpc>
                          <a:spcPct val="100000"/>
                        </a:lnSpc>
                        <a:spcBef>
                          <a:spcPts val="0"/>
                        </a:spcBef>
                        <a:spcAft>
                          <a:spcPts val="0"/>
                        </a:spcAft>
                        <a:buClr>
                          <a:srgbClr val="000000"/>
                        </a:buClr>
                        <a:buSzPts val="1200"/>
                        <a:buFont typeface="Arial"/>
                        <a:buNone/>
                      </a:pPr>
                      <a:r>
                        <a:rPr lang="en-IN" sz="1200" u="none" cap="none" strike="noStrike">
                          <a:solidFill>
                            <a:srgbClr val="253858"/>
                          </a:solidFill>
                        </a:rPr>
                        <a:t>Team selections for each match.</a:t>
                      </a:r>
                      <a:endParaRPr sz="1200" u="none" cap="none" strike="noStrike"/>
                    </a:p>
                  </a:txBody>
                  <a:tcPr marT="45725" marB="45725" marR="91450" marL="91450">
                    <a:lnL cap="flat" cmpd="sng" w="9525">
                      <a:solidFill>
                        <a:srgbClr val="A3B8CC"/>
                      </a:solidFill>
                      <a:prstDash val="solid"/>
                      <a:round/>
                      <a:headEnd len="sm" w="sm" type="none"/>
                      <a:tailEnd len="sm" w="sm" type="none"/>
                    </a:lnL>
                    <a:lnR cap="flat" cmpd="sng" w="9525">
                      <a:solidFill>
                        <a:srgbClr val="A3B8CC"/>
                      </a:solidFill>
                      <a:prstDash val="solid"/>
                      <a:round/>
                      <a:headEnd len="sm" w="sm" type="none"/>
                      <a:tailEnd len="sm" w="sm" type="none"/>
                    </a:lnR>
                    <a:lnT cap="flat" cmpd="sng" w="9525">
                      <a:solidFill>
                        <a:srgbClr val="A3B8CC"/>
                      </a:solidFill>
                      <a:prstDash val="solid"/>
                      <a:round/>
                      <a:headEnd len="sm" w="sm" type="none"/>
                      <a:tailEnd len="sm" w="sm" type="none"/>
                    </a:lnT>
                    <a:lnB cap="flat" cmpd="sng" w="9525">
                      <a:solidFill>
                        <a:srgbClr val="A3B8CC"/>
                      </a:solidFill>
                      <a:prstDash val="solid"/>
                      <a:round/>
                      <a:headEnd len="sm" w="sm" type="none"/>
                      <a:tailEnd len="sm" w="sm" type="none"/>
                    </a:lnB>
                    <a:solidFill>
                      <a:srgbClr val="F7FAFC"/>
                    </a:solidFill>
                  </a:tcPr>
                </a:tc>
              </a:tr>
              <a:tr h="320050">
                <a:tc>
                  <a:txBody>
                    <a:bodyPr/>
                    <a:lstStyle/>
                    <a:p>
                      <a:pPr indent="0" lvl="0" marL="0" marR="0" rtl="0" algn="l">
                        <a:lnSpc>
                          <a:spcPct val="100000"/>
                        </a:lnSpc>
                        <a:spcBef>
                          <a:spcPts val="0"/>
                        </a:spcBef>
                        <a:spcAft>
                          <a:spcPts val="0"/>
                        </a:spcAft>
                        <a:buClr>
                          <a:srgbClr val="000000"/>
                        </a:buClr>
                        <a:buSzPts val="1200"/>
                        <a:buFont typeface="Arial"/>
                        <a:buNone/>
                      </a:pPr>
                      <a:r>
                        <a:rPr lang="en-IN" sz="1200" u="none" cap="none" strike="noStrike">
                          <a:solidFill>
                            <a:srgbClr val="253858"/>
                          </a:solidFill>
                        </a:rPr>
                        <a:t>Ball by Ball</a:t>
                      </a:r>
                      <a:endParaRPr sz="1200" u="none" cap="none" strike="noStrike"/>
                    </a:p>
                  </a:txBody>
                  <a:tcPr marT="45725" marB="45725" marR="91450" marL="91450">
                    <a:lnL cap="flat" cmpd="sng" w="9525">
                      <a:solidFill>
                        <a:srgbClr val="A3B8CC"/>
                      </a:solidFill>
                      <a:prstDash val="solid"/>
                      <a:round/>
                      <a:headEnd len="sm" w="sm" type="none"/>
                      <a:tailEnd len="sm" w="sm" type="none"/>
                    </a:lnL>
                    <a:lnR cap="flat" cmpd="sng" w="9525">
                      <a:solidFill>
                        <a:srgbClr val="A3B8CC"/>
                      </a:solidFill>
                      <a:prstDash val="solid"/>
                      <a:round/>
                      <a:headEnd len="sm" w="sm" type="none"/>
                      <a:tailEnd len="sm" w="sm" type="none"/>
                    </a:lnR>
                    <a:lnT cap="flat" cmpd="sng" w="9525">
                      <a:solidFill>
                        <a:srgbClr val="A3B8CC"/>
                      </a:solidFill>
                      <a:prstDash val="solid"/>
                      <a:round/>
                      <a:headEnd len="sm" w="sm" type="none"/>
                      <a:tailEnd len="sm" w="sm" type="none"/>
                    </a:lnT>
                    <a:lnB cap="flat" cmpd="sng" w="9525">
                      <a:solidFill>
                        <a:srgbClr val="A3B8CC"/>
                      </a:solidFill>
                      <a:prstDash val="solid"/>
                      <a:round/>
                      <a:headEnd len="sm" w="sm" type="none"/>
                      <a:tailEnd len="sm" w="sm" type="none"/>
                    </a:lnB>
                    <a:solidFill>
                      <a:srgbClr val="F7FAFC"/>
                    </a:solidFill>
                  </a:tcPr>
                </a:tc>
                <a:tc>
                  <a:txBody>
                    <a:bodyPr/>
                    <a:lstStyle/>
                    <a:p>
                      <a:pPr indent="0" lvl="0" marL="0" marR="0" rtl="0" algn="l">
                        <a:lnSpc>
                          <a:spcPct val="100000"/>
                        </a:lnSpc>
                        <a:spcBef>
                          <a:spcPts val="0"/>
                        </a:spcBef>
                        <a:spcAft>
                          <a:spcPts val="0"/>
                        </a:spcAft>
                        <a:buClr>
                          <a:srgbClr val="000000"/>
                        </a:buClr>
                        <a:buSzPts val="1200"/>
                        <a:buFont typeface="Arial"/>
                        <a:buNone/>
                      </a:pPr>
                      <a:r>
                        <a:rPr lang="en-IN" sz="1200" u="none" cap="none" strike="noStrike">
                          <a:solidFill>
                            <a:srgbClr val="253858"/>
                          </a:solidFill>
                        </a:rPr>
                        <a:t>Detailed delivery‑level dataset.</a:t>
                      </a:r>
                      <a:endParaRPr sz="1200" u="none" cap="none" strike="noStrike"/>
                    </a:p>
                  </a:txBody>
                  <a:tcPr marT="45725" marB="45725" marR="91450" marL="91450">
                    <a:lnL cap="flat" cmpd="sng" w="9525">
                      <a:solidFill>
                        <a:srgbClr val="A3B8CC"/>
                      </a:solidFill>
                      <a:prstDash val="solid"/>
                      <a:round/>
                      <a:headEnd len="sm" w="sm" type="none"/>
                      <a:tailEnd len="sm" w="sm" type="none"/>
                    </a:lnL>
                    <a:lnR cap="flat" cmpd="sng" w="9525">
                      <a:solidFill>
                        <a:srgbClr val="A3B8CC"/>
                      </a:solidFill>
                      <a:prstDash val="solid"/>
                      <a:round/>
                      <a:headEnd len="sm" w="sm" type="none"/>
                      <a:tailEnd len="sm" w="sm" type="none"/>
                    </a:lnR>
                    <a:lnT cap="flat" cmpd="sng" w="9525">
                      <a:solidFill>
                        <a:srgbClr val="A3B8CC"/>
                      </a:solidFill>
                      <a:prstDash val="solid"/>
                      <a:round/>
                      <a:headEnd len="sm" w="sm" type="none"/>
                      <a:tailEnd len="sm" w="sm" type="none"/>
                    </a:lnT>
                    <a:lnB cap="flat" cmpd="sng" w="9525">
                      <a:solidFill>
                        <a:srgbClr val="A3B8CC"/>
                      </a:solidFill>
                      <a:prstDash val="solid"/>
                      <a:round/>
                      <a:headEnd len="sm" w="sm" type="none"/>
                      <a:tailEnd len="sm" w="sm" type="none"/>
                    </a:lnB>
                    <a:solidFill>
                      <a:srgbClr val="F7FAFC"/>
                    </a:solidFill>
                  </a:tcPr>
                </a:tc>
              </a:tr>
              <a:tr h="320050">
                <a:tc>
                  <a:txBody>
                    <a:bodyPr/>
                    <a:lstStyle/>
                    <a:p>
                      <a:pPr indent="0" lvl="0" marL="0" marR="0" rtl="0" algn="l">
                        <a:lnSpc>
                          <a:spcPct val="100000"/>
                        </a:lnSpc>
                        <a:spcBef>
                          <a:spcPts val="0"/>
                        </a:spcBef>
                        <a:spcAft>
                          <a:spcPts val="0"/>
                        </a:spcAft>
                        <a:buClr>
                          <a:srgbClr val="000000"/>
                        </a:buClr>
                        <a:buSzPts val="1200"/>
                        <a:buFont typeface="Arial"/>
                        <a:buNone/>
                      </a:pPr>
                      <a:r>
                        <a:rPr lang="en-IN" sz="1200" u="none" cap="none" strike="noStrike">
                          <a:solidFill>
                            <a:srgbClr val="253858"/>
                          </a:solidFill>
                        </a:rPr>
                        <a:t>Field Definitions</a:t>
                      </a:r>
                      <a:endParaRPr sz="1200" u="none" cap="none" strike="noStrike"/>
                    </a:p>
                  </a:txBody>
                  <a:tcPr marT="45725" marB="45725" marR="91450" marL="91450">
                    <a:lnL cap="flat" cmpd="sng" w="9525">
                      <a:solidFill>
                        <a:srgbClr val="A3B8CC"/>
                      </a:solidFill>
                      <a:prstDash val="solid"/>
                      <a:round/>
                      <a:headEnd len="sm" w="sm" type="none"/>
                      <a:tailEnd len="sm" w="sm" type="none"/>
                    </a:lnL>
                    <a:lnR cap="flat" cmpd="sng" w="9525">
                      <a:solidFill>
                        <a:srgbClr val="A3B8CC"/>
                      </a:solidFill>
                      <a:prstDash val="solid"/>
                      <a:round/>
                      <a:headEnd len="sm" w="sm" type="none"/>
                      <a:tailEnd len="sm" w="sm" type="none"/>
                    </a:lnR>
                    <a:lnT cap="flat" cmpd="sng" w="9525">
                      <a:solidFill>
                        <a:srgbClr val="A3B8CC"/>
                      </a:solidFill>
                      <a:prstDash val="solid"/>
                      <a:round/>
                      <a:headEnd len="sm" w="sm" type="none"/>
                      <a:tailEnd len="sm" w="sm" type="none"/>
                    </a:lnT>
                    <a:lnB cap="flat" cmpd="sng" w="9525">
                      <a:solidFill>
                        <a:srgbClr val="A3B8CC"/>
                      </a:solidFill>
                      <a:prstDash val="solid"/>
                      <a:round/>
                      <a:headEnd len="sm" w="sm" type="none"/>
                      <a:tailEnd len="sm" w="sm" type="none"/>
                    </a:lnB>
                    <a:solidFill>
                      <a:srgbClr val="F7FAFC"/>
                    </a:solidFill>
                  </a:tcPr>
                </a:tc>
                <a:tc>
                  <a:txBody>
                    <a:bodyPr/>
                    <a:lstStyle/>
                    <a:p>
                      <a:pPr indent="0" lvl="0" marL="0" marR="0" rtl="0" algn="l">
                        <a:lnSpc>
                          <a:spcPct val="100000"/>
                        </a:lnSpc>
                        <a:spcBef>
                          <a:spcPts val="0"/>
                        </a:spcBef>
                        <a:spcAft>
                          <a:spcPts val="0"/>
                        </a:spcAft>
                        <a:buClr>
                          <a:srgbClr val="000000"/>
                        </a:buClr>
                        <a:buSzPts val="1200"/>
                        <a:buFont typeface="Arial"/>
                        <a:buNone/>
                      </a:pPr>
                      <a:r>
                        <a:rPr lang="en-IN" sz="1200" u="none" cap="none" strike="noStrike">
                          <a:solidFill>
                            <a:srgbClr val="253858"/>
                          </a:solidFill>
                        </a:rPr>
                        <a:t>Reference guide for all fields.</a:t>
                      </a:r>
                      <a:endParaRPr sz="1200" u="none" cap="none" strike="noStrike"/>
                    </a:p>
                  </a:txBody>
                  <a:tcPr marT="45725" marB="45725" marR="91450" marL="91450">
                    <a:lnL cap="flat" cmpd="sng" w="9525">
                      <a:solidFill>
                        <a:srgbClr val="A3B8CC"/>
                      </a:solidFill>
                      <a:prstDash val="solid"/>
                      <a:round/>
                      <a:headEnd len="sm" w="sm" type="none"/>
                      <a:tailEnd len="sm" w="sm" type="none"/>
                    </a:lnL>
                    <a:lnR cap="flat" cmpd="sng" w="9525">
                      <a:solidFill>
                        <a:srgbClr val="A3B8CC"/>
                      </a:solidFill>
                      <a:prstDash val="solid"/>
                      <a:round/>
                      <a:headEnd len="sm" w="sm" type="none"/>
                      <a:tailEnd len="sm" w="sm" type="none"/>
                    </a:lnR>
                    <a:lnT cap="flat" cmpd="sng" w="9525">
                      <a:solidFill>
                        <a:srgbClr val="A3B8CC"/>
                      </a:solidFill>
                      <a:prstDash val="solid"/>
                      <a:round/>
                      <a:headEnd len="sm" w="sm" type="none"/>
                      <a:tailEnd len="sm" w="sm" type="none"/>
                    </a:lnT>
                    <a:lnB cap="flat" cmpd="sng" w="9525">
                      <a:solidFill>
                        <a:srgbClr val="A3B8CC"/>
                      </a:solidFill>
                      <a:prstDash val="solid"/>
                      <a:round/>
                      <a:headEnd len="sm" w="sm" type="none"/>
                      <a:tailEnd len="sm" w="sm" type="none"/>
                    </a:lnB>
                    <a:solidFill>
                      <a:srgbClr val="F7FAFC"/>
                    </a:solidFill>
                  </a:tcPr>
                </a:tc>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6" name="Shape 206"/>
        <p:cNvGrpSpPr/>
        <p:nvPr/>
      </p:nvGrpSpPr>
      <p:grpSpPr>
        <a:xfrm>
          <a:off x="0" y="0"/>
          <a:ext cx="0" cy="0"/>
          <a:chOff x="0" y="0"/>
          <a:chExt cx="0" cy="0"/>
        </a:xfrm>
      </p:grpSpPr>
      <p:sp>
        <p:nvSpPr>
          <p:cNvPr id="207" name="Google Shape;207;p8"/>
          <p:cNvSpPr txBox="1"/>
          <p:nvPr>
            <p:ph idx="1" type="body"/>
          </p:nvPr>
        </p:nvSpPr>
        <p:spPr>
          <a:xfrm>
            <a:off x="1126884" y="548680"/>
            <a:ext cx="9255382" cy="6044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lt1"/>
              </a:buClr>
              <a:buSzPts val="2900"/>
              <a:buNone/>
            </a:pPr>
            <a:r>
              <a:rPr lang="en-IN" sz="2000"/>
              <a:t>Problem Statements</a:t>
            </a:r>
            <a:endParaRPr/>
          </a:p>
        </p:txBody>
      </p:sp>
      <p:sp>
        <p:nvSpPr>
          <p:cNvPr id="208" name="Google Shape;208;p8"/>
          <p:cNvSpPr/>
          <p:nvPr/>
        </p:nvSpPr>
        <p:spPr>
          <a:xfrm>
            <a:off x="1126884" y="1386349"/>
            <a:ext cx="10138524" cy="4758812"/>
          </a:xfrm>
          <a:prstGeom prst="roundRect">
            <a:avLst>
              <a:gd fmla="val 3333" name="adj"/>
            </a:avLst>
          </a:prstGeom>
          <a:solidFill>
            <a:srgbClr val="F9D6E2"/>
          </a:solidFill>
          <a:ln cap="flat" cmpd="sng" w="12700">
            <a:solidFill>
              <a:srgbClr val="F9D6E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09" name="Google Shape;209;p8"/>
          <p:cNvSpPr/>
          <p:nvPr/>
        </p:nvSpPr>
        <p:spPr>
          <a:xfrm>
            <a:off x="1309764" y="2133601"/>
            <a:ext cx="9755352" cy="2112559"/>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rPr b="0" i="0" lang="en-IN" sz="2000" u="none" cap="none" strike="noStrike">
                <a:solidFill>
                  <a:srgbClr val="253858"/>
                </a:solidFill>
                <a:latin typeface="Arial"/>
                <a:ea typeface="Arial"/>
                <a:cs typeface="Arial"/>
                <a:sym typeface="Arial"/>
              </a:rPr>
              <a:t>1. Use the provided dataset to identify and rank the </a:t>
            </a:r>
            <a:r>
              <a:rPr b="1" i="0" lang="en-IN" sz="2200" u="none" cap="none" strike="noStrike">
                <a:solidFill>
                  <a:srgbClr val="C2175B"/>
                </a:solidFill>
                <a:latin typeface="Arial"/>
                <a:ea typeface="Arial"/>
                <a:cs typeface="Arial"/>
                <a:sym typeface="Arial"/>
              </a:rPr>
              <a:t>Top 40 uncapped Indian players</a:t>
            </a:r>
            <a:r>
              <a:rPr b="0" i="0" lang="en-IN" sz="2000" u="none" cap="none" strike="noStrike">
                <a:solidFill>
                  <a:srgbClr val="253858"/>
                </a:solidFill>
                <a:latin typeface="Arial"/>
                <a:ea typeface="Arial"/>
                <a:cs typeface="Arial"/>
                <a:sym typeface="Arial"/>
              </a:rPr>
              <a:t> in order of their likelihood of becoming capped in white‑ball formats. ⁠</a:t>
            </a:r>
            <a:endParaRPr/>
          </a:p>
          <a:p>
            <a:pPr indent="0" lvl="0" marL="0" marR="0" rtl="0" algn="l">
              <a:lnSpc>
                <a:spcPct val="100000"/>
              </a:lnSpc>
              <a:spcBef>
                <a:spcPts val="0"/>
              </a:spcBef>
              <a:spcAft>
                <a:spcPts val="0"/>
              </a:spcAft>
              <a:buNone/>
            </a:pPr>
            <a:r>
              <a:t/>
            </a:r>
            <a:endParaRPr b="0" i="0" sz="2000" u="none" cap="none" strike="noStrike">
              <a:solidFill>
                <a:srgbClr val="253858"/>
              </a:solidFill>
              <a:latin typeface="Arial"/>
              <a:ea typeface="Arial"/>
              <a:cs typeface="Arial"/>
              <a:sym typeface="Arial"/>
            </a:endParaRPr>
          </a:p>
          <a:p>
            <a:pPr indent="0" lvl="0" marL="0" marR="0" rtl="0" algn="l">
              <a:lnSpc>
                <a:spcPct val="100000"/>
              </a:lnSpc>
              <a:spcBef>
                <a:spcPts val="0"/>
              </a:spcBef>
              <a:spcAft>
                <a:spcPts val="0"/>
              </a:spcAft>
              <a:buNone/>
            </a:pPr>
            <a:r>
              <a:rPr b="0" i="0" lang="en-IN" sz="2000" u="none" cap="none" strike="noStrike">
                <a:solidFill>
                  <a:srgbClr val="253858"/>
                </a:solidFill>
                <a:latin typeface="Arial"/>
                <a:ea typeface="Arial"/>
                <a:cs typeface="Arial"/>
                <a:sym typeface="Arial"/>
              </a:rPr>
              <a:t>2. Rank the players and predict </a:t>
            </a:r>
            <a:r>
              <a:rPr b="1" i="0" lang="en-IN" sz="2200" u="none" cap="none" strike="noStrike">
                <a:solidFill>
                  <a:srgbClr val="C2175B"/>
                </a:solidFill>
                <a:latin typeface="Arial"/>
                <a:ea typeface="Arial"/>
                <a:cs typeface="Arial"/>
                <a:sym typeface="Arial"/>
              </a:rPr>
              <a:t>when they’ll be ready to be capped for India</a:t>
            </a:r>
            <a:r>
              <a:rPr b="0" i="0" lang="en-IN" sz="2000" u="none" cap="none" strike="noStrike">
                <a:solidFill>
                  <a:srgbClr val="253858"/>
                </a:solidFill>
                <a:latin typeface="Arial"/>
                <a:ea typeface="Arial"/>
                <a:cs typeface="Arial"/>
                <a:sym typeface="Arial"/>
              </a:rPr>
              <a:t>. E.g. If number 1 prediction is Vaibhav Suryavanshi, tell us when he’ll be capped and why. </a:t>
            </a:r>
            <a:endParaRPr b="0" i="0" sz="2000" u="none" cap="none" strike="noStrike">
              <a:solidFill>
                <a:srgbClr val="000000"/>
              </a:solidFill>
              <a:latin typeface="Arial"/>
              <a:ea typeface="Arial"/>
              <a:cs typeface="Arial"/>
              <a:sym typeface="Arial"/>
            </a:endParaRPr>
          </a:p>
        </p:txBody>
      </p:sp>
      <p:sp>
        <p:nvSpPr>
          <p:cNvPr id="210" name="Google Shape;210;p8"/>
          <p:cNvSpPr/>
          <p:nvPr/>
        </p:nvSpPr>
        <p:spPr>
          <a:xfrm>
            <a:off x="1309764" y="4491965"/>
            <a:ext cx="9755352" cy="109728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rPr b="0" i="0" lang="en-IN" sz="1400" u="none" cap="none" strike="noStrike">
                <a:solidFill>
                  <a:srgbClr val="253858"/>
                </a:solidFill>
                <a:latin typeface="Arial"/>
                <a:ea typeface="Arial"/>
                <a:cs typeface="Arial"/>
                <a:sym typeface="Arial"/>
              </a:rPr>
              <a:t>• Blend performance, role and realistic selection context.</a:t>
            </a:r>
            <a:br>
              <a:rPr b="0" i="0" lang="en-IN" sz="1400" u="none" cap="none" strike="noStrike">
                <a:solidFill>
                  <a:srgbClr val="253858"/>
                </a:solidFill>
                <a:latin typeface="Arial"/>
                <a:ea typeface="Arial"/>
                <a:cs typeface="Arial"/>
                <a:sym typeface="Arial"/>
              </a:rPr>
            </a:br>
            <a:r>
              <a:rPr b="0" i="0" lang="en-IN" sz="1400" u="none" cap="none" strike="noStrike">
                <a:solidFill>
                  <a:srgbClr val="253858"/>
                </a:solidFill>
                <a:latin typeface="Arial"/>
                <a:ea typeface="Arial"/>
                <a:cs typeface="Arial"/>
                <a:sym typeface="Arial"/>
              </a:rPr>
              <a:t>• Focus on uncapped Indian players only.</a:t>
            </a:r>
            <a:br>
              <a:rPr b="0" i="0" lang="en-IN" sz="1400" u="none" cap="none" strike="noStrike">
                <a:solidFill>
                  <a:srgbClr val="253858"/>
                </a:solidFill>
                <a:latin typeface="Arial"/>
                <a:ea typeface="Arial"/>
                <a:cs typeface="Arial"/>
                <a:sym typeface="Arial"/>
              </a:rPr>
            </a:br>
            <a:r>
              <a:rPr b="0" i="0" lang="en-IN" sz="1400" u="none" cap="none" strike="noStrike">
                <a:solidFill>
                  <a:srgbClr val="253858"/>
                </a:solidFill>
                <a:latin typeface="Arial"/>
                <a:ea typeface="Arial"/>
                <a:cs typeface="Arial"/>
                <a:sym typeface="Arial"/>
              </a:rPr>
              <a:t>• Define your own metrics and models but explain them clearly.</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4" name="Shape 214"/>
        <p:cNvGrpSpPr/>
        <p:nvPr/>
      </p:nvGrpSpPr>
      <p:grpSpPr>
        <a:xfrm>
          <a:off x="0" y="0"/>
          <a:ext cx="0" cy="0"/>
          <a:chOff x="0" y="0"/>
          <a:chExt cx="0" cy="0"/>
        </a:xfrm>
      </p:grpSpPr>
      <p:sp>
        <p:nvSpPr>
          <p:cNvPr id="215" name="Google Shape;215;p9"/>
          <p:cNvSpPr txBox="1"/>
          <p:nvPr>
            <p:ph idx="1" type="body"/>
          </p:nvPr>
        </p:nvSpPr>
        <p:spPr>
          <a:xfrm>
            <a:off x="1126884" y="548680"/>
            <a:ext cx="9255382" cy="6044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lt1"/>
              </a:buClr>
              <a:buSzPts val="2900"/>
              <a:buNone/>
            </a:pPr>
            <a:r>
              <a:rPr lang="en-IN" sz="2000"/>
              <a:t>Approach: Role‑Aware Evaluation</a:t>
            </a:r>
            <a:endParaRPr/>
          </a:p>
        </p:txBody>
      </p:sp>
      <p:sp>
        <p:nvSpPr>
          <p:cNvPr id="216" name="Google Shape;216;p9"/>
          <p:cNvSpPr/>
          <p:nvPr/>
        </p:nvSpPr>
        <p:spPr>
          <a:xfrm>
            <a:off x="812908" y="1845735"/>
            <a:ext cx="5237710" cy="1827108"/>
          </a:xfrm>
          <a:prstGeom prst="roundRect">
            <a:avLst>
              <a:gd fmla="val 3333" name="adj"/>
            </a:avLst>
          </a:prstGeom>
          <a:solidFill>
            <a:srgbClr val="F9D6E2"/>
          </a:solidFill>
          <a:ln cap="flat" cmpd="sng" w="12700">
            <a:solidFill>
              <a:srgbClr val="F9D6E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65" u="none" cap="none" strike="noStrike">
              <a:solidFill>
                <a:srgbClr val="000000"/>
              </a:solidFill>
              <a:latin typeface="Arial"/>
              <a:ea typeface="Arial"/>
              <a:cs typeface="Arial"/>
              <a:sym typeface="Arial"/>
            </a:endParaRPr>
          </a:p>
        </p:txBody>
      </p:sp>
      <p:sp>
        <p:nvSpPr>
          <p:cNvPr id="217" name="Google Shape;217;p9"/>
          <p:cNvSpPr/>
          <p:nvPr/>
        </p:nvSpPr>
        <p:spPr>
          <a:xfrm>
            <a:off x="1056522" y="2089349"/>
            <a:ext cx="487229" cy="487229"/>
          </a:xfrm>
          <a:prstGeom prst="ellipse">
            <a:avLst/>
          </a:prstGeom>
          <a:solidFill>
            <a:srgbClr val="C2175B"/>
          </a:solidFill>
          <a:ln cap="flat" cmpd="sng" w="12700">
            <a:solidFill>
              <a:srgbClr val="C2175B"/>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65" u="none" cap="none" strike="noStrike">
              <a:solidFill>
                <a:srgbClr val="000000"/>
              </a:solidFill>
              <a:latin typeface="Arial"/>
              <a:ea typeface="Arial"/>
              <a:cs typeface="Arial"/>
              <a:sym typeface="Arial"/>
            </a:endParaRPr>
          </a:p>
        </p:txBody>
      </p:sp>
      <p:pic>
        <p:nvPicPr>
          <p:cNvPr descr="preencoded.png" id="218" name="Google Shape;218;p9"/>
          <p:cNvPicPr preferRelativeResize="0"/>
          <p:nvPr/>
        </p:nvPicPr>
        <p:blipFill rotWithShape="1">
          <a:blip r:embed="rId3">
            <a:alphaModFix/>
          </a:blip>
          <a:srcRect b="0" l="0" r="0" t="0"/>
          <a:stretch/>
        </p:blipFill>
        <p:spPr>
          <a:xfrm>
            <a:off x="1093064" y="2125891"/>
            <a:ext cx="414145" cy="414145"/>
          </a:xfrm>
          <a:prstGeom prst="rect">
            <a:avLst/>
          </a:prstGeom>
          <a:noFill/>
          <a:ln>
            <a:noFill/>
          </a:ln>
        </p:spPr>
      </p:pic>
      <p:sp>
        <p:nvSpPr>
          <p:cNvPr id="219" name="Google Shape;219;p9"/>
          <p:cNvSpPr/>
          <p:nvPr/>
        </p:nvSpPr>
        <p:spPr>
          <a:xfrm>
            <a:off x="1665558" y="2028446"/>
            <a:ext cx="4385060" cy="487229"/>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rPr b="1" i="0" lang="en-IN" sz="2131" u="none" cap="none" strike="noStrike">
                <a:solidFill>
                  <a:srgbClr val="002B5B"/>
                </a:solidFill>
                <a:latin typeface="Arial"/>
                <a:ea typeface="Arial"/>
                <a:cs typeface="Arial"/>
                <a:sym typeface="Arial"/>
              </a:rPr>
              <a:t>Batters</a:t>
            </a:r>
            <a:endParaRPr b="0" i="0" sz="2131" u="none" cap="none" strike="noStrike">
              <a:solidFill>
                <a:srgbClr val="000000"/>
              </a:solidFill>
              <a:latin typeface="Arial"/>
              <a:ea typeface="Arial"/>
              <a:cs typeface="Arial"/>
              <a:sym typeface="Arial"/>
            </a:endParaRPr>
          </a:p>
        </p:txBody>
      </p:sp>
      <p:sp>
        <p:nvSpPr>
          <p:cNvPr id="220" name="Google Shape;220;p9"/>
          <p:cNvSpPr/>
          <p:nvPr/>
        </p:nvSpPr>
        <p:spPr>
          <a:xfrm>
            <a:off x="1665558" y="2515674"/>
            <a:ext cx="4385060" cy="974458"/>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rPr b="0" i="0" lang="en-IN" sz="1599" u="none" cap="none" strike="noStrike">
                <a:solidFill>
                  <a:srgbClr val="253858"/>
                </a:solidFill>
                <a:latin typeface="Arial"/>
                <a:ea typeface="Arial"/>
                <a:cs typeface="Arial"/>
                <a:sym typeface="Arial"/>
              </a:rPr>
              <a:t>Openers vs finishers, anchors vs high‑impact hitters.</a:t>
            </a:r>
            <a:endParaRPr b="0" i="0" sz="1599" u="none" cap="none" strike="noStrike">
              <a:solidFill>
                <a:srgbClr val="000000"/>
              </a:solidFill>
              <a:latin typeface="Arial"/>
              <a:ea typeface="Arial"/>
              <a:cs typeface="Arial"/>
              <a:sym typeface="Arial"/>
            </a:endParaRPr>
          </a:p>
        </p:txBody>
      </p:sp>
      <p:sp>
        <p:nvSpPr>
          <p:cNvPr id="221" name="Google Shape;221;p9"/>
          <p:cNvSpPr/>
          <p:nvPr/>
        </p:nvSpPr>
        <p:spPr>
          <a:xfrm>
            <a:off x="6416040" y="1845735"/>
            <a:ext cx="5237710" cy="1827108"/>
          </a:xfrm>
          <a:prstGeom prst="roundRect">
            <a:avLst>
              <a:gd fmla="val 3333" name="adj"/>
            </a:avLst>
          </a:prstGeom>
          <a:solidFill>
            <a:srgbClr val="F9D6E2"/>
          </a:solidFill>
          <a:ln cap="flat" cmpd="sng" w="12700">
            <a:solidFill>
              <a:srgbClr val="F9D6E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65" u="none" cap="none" strike="noStrike">
              <a:solidFill>
                <a:srgbClr val="000000"/>
              </a:solidFill>
              <a:latin typeface="Arial"/>
              <a:ea typeface="Arial"/>
              <a:cs typeface="Arial"/>
              <a:sym typeface="Arial"/>
            </a:endParaRPr>
          </a:p>
        </p:txBody>
      </p:sp>
      <p:sp>
        <p:nvSpPr>
          <p:cNvPr id="222" name="Google Shape;222;p9"/>
          <p:cNvSpPr/>
          <p:nvPr/>
        </p:nvSpPr>
        <p:spPr>
          <a:xfrm>
            <a:off x="6659654" y="2089349"/>
            <a:ext cx="487229" cy="487229"/>
          </a:xfrm>
          <a:prstGeom prst="ellipse">
            <a:avLst/>
          </a:prstGeom>
          <a:solidFill>
            <a:srgbClr val="C2175B"/>
          </a:solidFill>
          <a:ln cap="flat" cmpd="sng" w="12700">
            <a:solidFill>
              <a:srgbClr val="C2175B"/>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65" u="none" cap="none" strike="noStrike">
              <a:solidFill>
                <a:srgbClr val="000000"/>
              </a:solidFill>
              <a:latin typeface="Arial"/>
              <a:ea typeface="Arial"/>
              <a:cs typeface="Arial"/>
              <a:sym typeface="Arial"/>
            </a:endParaRPr>
          </a:p>
        </p:txBody>
      </p:sp>
      <p:pic>
        <p:nvPicPr>
          <p:cNvPr descr="preencoded.png" id="223" name="Google Shape;223;p9"/>
          <p:cNvPicPr preferRelativeResize="0"/>
          <p:nvPr/>
        </p:nvPicPr>
        <p:blipFill rotWithShape="1">
          <a:blip r:embed="rId4">
            <a:alphaModFix/>
          </a:blip>
          <a:srcRect b="0" l="0" r="0" t="0"/>
          <a:stretch/>
        </p:blipFill>
        <p:spPr>
          <a:xfrm>
            <a:off x="6696196" y="2125891"/>
            <a:ext cx="414145" cy="414145"/>
          </a:xfrm>
          <a:prstGeom prst="rect">
            <a:avLst/>
          </a:prstGeom>
          <a:noFill/>
          <a:ln>
            <a:noFill/>
          </a:ln>
        </p:spPr>
      </p:pic>
      <p:sp>
        <p:nvSpPr>
          <p:cNvPr id="224" name="Google Shape;224;p9"/>
          <p:cNvSpPr/>
          <p:nvPr/>
        </p:nvSpPr>
        <p:spPr>
          <a:xfrm>
            <a:off x="7268690" y="2028446"/>
            <a:ext cx="4385060" cy="487229"/>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rPr b="1" i="0" lang="en-IN" sz="2131" u="none" cap="none" strike="noStrike">
                <a:solidFill>
                  <a:srgbClr val="002B5B"/>
                </a:solidFill>
                <a:latin typeface="Arial"/>
                <a:ea typeface="Arial"/>
                <a:cs typeface="Arial"/>
                <a:sym typeface="Arial"/>
              </a:rPr>
              <a:t>Bowlers</a:t>
            </a:r>
            <a:endParaRPr b="0" i="0" sz="2131" u="none" cap="none" strike="noStrike">
              <a:solidFill>
                <a:srgbClr val="000000"/>
              </a:solidFill>
              <a:latin typeface="Arial"/>
              <a:ea typeface="Arial"/>
              <a:cs typeface="Arial"/>
              <a:sym typeface="Arial"/>
            </a:endParaRPr>
          </a:p>
        </p:txBody>
      </p:sp>
      <p:sp>
        <p:nvSpPr>
          <p:cNvPr id="225" name="Google Shape;225;p9"/>
          <p:cNvSpPr/>
          <p:nvPr/>
        </p:nvSpPr>
        <p:spPr>
          <a:xfrm>
            <a:off x="7268690" y="2515674"/>
            <a:ext cx="4385060" cy="974458"/>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rPr b="0" i="0" lang="en-IN" sz="1599" u="none" cap="none" strike="noStrike">
                <a:solidFill>
                  <a:srgbClr val="253858"/>
                </a:solidFill>
                <a:latin typeface="Arial"/>
                <a:ea typeface="Arial"/>
                <a:cs typeface="Arial"/>
                <a:sym typeface="Arial"/>
              </a:rPr>
              <a:t>New‑ball, middle overs and death specialists.</a:t>
            </a:r>
            <a:endParaRPr b="0" i="0" sz="1599" u="none" cap="none" strike="noStrike">
              <a:solidFill>
                <a:srgbClr val="000000"/>
              </a:solidFill>
              <a:latin typeface="Arial"/>
              <a:ea typeface="Arial"/>
              <a:cs typeface="Arial"/>
              <a:sym typeface="Arial"/>
            </a:endParaRPr>
          </a:p>
        </p:txBody>
      </p:sp>
      <p:sp>
        <p:nvSpPr>
          <p:cNvPr id="226" name="Google Shape;226;p9"/>
          <p:cNvSpPr/>
          <p:nvPr/>
        </p:nvSpPr>
        <p:spPr>
          <a:xfrm>
            <a:off x="812908" y="4038265"/>
            <a:ext cx="5237710" cy="1827108"/>
          </a:xfrm>
          <a:prstGeom prst="roundRect">
            <a:avLst>
              <a:gd fmla="val 3333" name="adj"/>
            </a:avLst>
          </a:prstGeom>
          <a:solidFill>
            <a:srgbClr val="F9D6E2"/>
          </a:solidFill>
          <a:ln cap="flat" cmpd="sng" w="12700">
            <a:solidFill>
              <a:srgbClr val="F9D6E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65" u="none" cap="none" strike="noStrike">
              <a:solidFill>
                <a:srgbClr val="000000"/>
              </a:solidFill>
              <a:latin typeface="Arial"/>
              <a:ea typeface="Arial"/>
              <a:cs typeface="Arial"/>
              <a:sym typeface="Arial"/>
            </a:endParaRPr>
          </a:p>
        </p:txBody>
      </p:sp>
      <p:sp>
        <p:nvSpPr>
          <p:cNvPr id="227" name="Google Shape;227;p9"/>
          <p:cNvSpPr/>
          <p:nvPr/>
        </p:nvSpPr>
        <p:spPr>
          <a:xfrm>
            <a:off x="1056522" y="4281879"/>
            <a:ext cx="487229" cy="487229"/>
          </a:xfrm>
          <a:prstGeom prst="ellipse">
            <a:avLst/>
          </a:prstGeom>
          <a:solidFill>
            <a:srgbClr val="C2175B"/>
          </a:solidFill>
          <a:ln cap="flat" cmpd="sng" w="12700">
            <a:solidFill>
              <a:srgbClr val="C2175B"/>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65" u="none" cap="none" strike="noStrike">
              <a:solidFill>
                <a:srgbClr val="000000"/>
              </a:solidFill>
              <a:latin typeface="Arial"/>
              <a:ea typeface="Arial"/>
              <a:cs typeface="Arial"/>
              <a:sym typeface="Arial"/>
            </a:endParaRPr>
          </a:p>
        </p:txBody>
      </p:sp>
      <p:pic>
        <p:nvPicPr>
          <p:cNvPr descr="preencoded.png" id="228" name="Google Shape;228;p9"/>
          <p:cNvPicPr preferRelativeResize="0"/>
          <p:nvPr/>
        </p:nvPicPr>
        <p:blipFill rotWithShape="1">
          <a:blip r:embed="rId5">
            <a:alphaModFix/>
          </a:blip>
          <a:srcRect b="0" l="0" r="0" t="0"/>
          <a:stretch/>
        </p:blipFill>
        <p:spPr>
          <a:xfrm>
            <a:off x="1093064" y="4318421"/>
            <a:ext cx="414145" cy="414145"/>
          </a:xfrm>
          <a:prstGeom prst="rect">
            <a:avLst/>
          </a:prstGeom>
          <a:noFill/>
          <a:ln>
            <a:noFill/>
          </a:ln>
        </p:spPr>
      </p:pic>
      <p:sp>
        <p:nvSpPr>
          <p:cNvPr id="229" name="Google Shape;229;p9"/>
          <p:cNvSpPr/>
          <p:nvPr/>
        </p:nvSpPr>
        <p:spPr>
          <a:xfrm>
            <a:off x="1665558" y="4220976"/>
            <a:ext cx="4385060" cy="487229"/>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rPr b="1" i="0" lang="en-IN" sz="2131" u="none" cap="none" strike="noStrike">
                <a:solidFill>
                  <a:srgbClr val="002B5B"/>
                </a:solidFill>
                <a:latin typeface="Arial"/>
                <a:ea typeface="Arial"/>
                <a:cs typeface="Arial"/>
                <a:sym typeface="Arial"/>
              </a:rPr>
              <a:t>All‑rounders</a:t>
            </a:r>
            <a:endParaRPr b="0" i="0" sz="2131" u="none" cap="none" strike="noStrike">
              <a:solidFill>
                <a:srgbClr val="000000"/>
              </a:solidFill>
              <a:latin typeface="Arial"/>
              <a:ea typeface="Arial"/>
              <a:cs typeface="Arial"/>
              <a:sym typeface="Arial"/>
            </a:endParaRPr>
          </a:p>
        </p:txBody>
      </p:sp>
      <p:sp>
        <p:nvSpPr>
          <p:cNvPr id="230" name="Google Shape;230;p9"/>
          <p:cNvSpPr/>
          <p:nvPr/>
        </p:nvSpPr>
        <p:spPr>
          <a:xfrm>
            <a:off x="1665558" y="4708204"/>
            <a:ext cx="4385060" cy="974458"/>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rPr b="0" i="0" lang="en-IN" sz="1599" u="none" cap="none" strike="noStrike">
                <a:solidFill>
                  <a:srgbClr val="253858"/>
                </a:solidFill>
                <a:latin typeface="Arial"/>
                <a:ea typeface="Arial"/>
                <a:cs typeface="Arial"/>
                <a:sym typeface="Arial"/>
              </a:rPr>
              <a:t>Balance between batting and bowling roles.</a:t>
            </a:r>
            <a:endParaRPr b="0" i="0" sz="1599" u="none" cap="none" strike="noStrike">
              <a:solidFill>
                <a:srgbClr val="000000"/>
              </a:solidFill>
              <a:latin typeface="Arial"/>
              <a:ea typeface="Arial"/>
              <a:cs typeface="Arial"/>
              <a:sym typeface="Arial"/>
            </a:endParaRPr>
          </a:p>
        </p:txBody>
      </p:sp>
      <p:sp>
        <p:nvSpPr>
          <p:cNvPr id="231" name="Google Shape;231;p9"/>
          <p:cNvSpPr/>
          <p:nvPr/>
        </p:nvSpPr>
        <p:spPr>
          <a:xfrm>
            <a:off x="6416040" y="4038265"/>
            <a:ext cx="5237710" cy="1827108"/>
          </a:xfrm>
          <a:prstGeom prst="roundRect">
            <a:avLst>
              <a:gd fmla="val 3333" name="adj"/>
            </a:avLst>
          </a:prstGeom>
          <a:solidFill>
            <a:srgbClr val="F9D6E2"/>
          </a:solidFill>
          <a:ln cap="flat" cmpd="sng" w="12700">
            <a:solidFill>
              <a:srgbClr val="F9D6E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65" u="none" cap="none" strike="noStrike">
              <a:solidFill>
                <a:srgbClr val="000000"/>
              </a:solidFill>
              <a:latin typeface="Arial"/>
              <a:ea typeface="Arial"/>
              <a:cs typeface="Arial"/>
              <a:sym typeface="Arial"/>
            </a:endParaRPr>
          </a:p>
        </p:txBody>
      </p:sp>
      <p:sp>
        <p:nvSpPr>
          <p:cNvPr id="232" name="Google Shape;232;p9"/>
          <p:cNvSpPr/>
          <p:nvPr/>
        </p:nvSpPr>
        <p:spPr>
          <a:xfrm>
            <a:off x="6659654" y="4281879"/>
            <a:ext cx="487229" cy="487229"/>
          </a:xfrm>
          <a:prstGeom prst="ellipse">
            <a:avLst/>
          </a:prstGeom>
          <a:solidFill>
            <a:srgbClr val="C2175B"/>
          </a:solidFill>
          <a:ln cap="flat" cmpd="sng" w="12700">
            <a:solidFill>
              <a:srgbClr val="C2175B"/>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65" u="none" cap="none" strike="noStrike">
              <a:solidFill>
                <a:srgbClr val="000000"/>
              </a:solidFill>
              <a:latin typeface="Arial"/>
              <a:ea typeface="Arial"/>
              <a:cs typeface="Arial"/>
              <a:sym typeface="Arial"/>
            </a:endParaRPr>
          </a:p>
        </p:txBody>
      </p:sp>
      <p:pic>
        <p:nvPicPr>
          <p:cNvPr descr="preencoded.png" id="233" name="Google Shape;233;p9"/>
          <p:cNvPicPr preferRelativeResize="0"/>
          <p:nvPr/>
        </p:nvPicPr>
        <p:blipFill rotWithShape="1">
          <a:blip r:embed="rId6">
            <a:alphaModFix/>
          </a:blip>
          <a:srcRect b="0" l="0" r="0" t="0"/>
          <a:stretch/>
        </p:blipFill>
        <p:spPr>
          <a:xfrm>
            <a:off x="6696196" y="4318421"/>
            <a:ext cx="414145" cy="414145"/>
          </a:xfrm>
          <a:prstGeom prst="rect">
            <a:avLst/>
          </a:prstGeom>
          <a:noFill/>
          <a:ln>
            <a:noFill/>
          </a:ln>
        </p:spPr>
      </p:pic>
      <p:sp>
        <p:nvSpPr>
          <p:cNvPr id="234" name="Google Shape;234;p9"/>
          <p:cNvSpPr/>
          <p:nvPr/>
        </p:nvSpPr>
        <p:spPr>
          <a:xfrm>
            <a:off x="7268690" y="4220976"/>
            <a:ext cx="4385060" cy="487229"/>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rPr b="1" i="0" lang="en-IN" sz="2131" u="none" cap="none" strike="noStrike">
                <a:solidFill>
                  <a:srgbClr val="002B5B"/>
                </a:solidFill>
                <a:latin typeface="Arial"/>
                <a:ea typeface="Arial"/>
                <a:cs typeface="Arial"/>
                <a:sym typeface="Arial"/>
              </a:rPr>
              <a:t>Wicketkeepers</a:t>
            </a:r>
            <a:endParaRPr b="0" i="0" sz="2131" u="none" cap="none" strike="noStrike">
              <a:solidFill>
                <a:srgbClr val="000000"/>
              </a:solidFill>
              <a:latin typeface="Arial"/>
              <a:ea typeface="Arial"/>
              <a:cs typeface="Arial"/>
              <a:sym typeface="Arial"/>
            </a:endParaRPr>
          </a:p>
        </p:txBody>
      </p:sp>
      <p:sp>
        <p:nvSpPr>
          <p:cNvPr id="235" name="Google Shape;235;p9"/>
          <p:cNvSpPr/>
          <p:nvPr/>
        </p:nvSpPr>
        <p:spPr>
          <a:xfrm>
            <a:off x="7268690" y="4708204"/>
            <a:ext cx="4385060" cy="974458"/>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rPr b="0" i="0" lang="en-IN" sz="1599" u="none" cap="none" strike="noStrike">
                <a:solidFill>
                  <a:srgbClr val="253858"/>
                </a:solidFill>
                <a:latin typeface="Arial"/>
                <a:ea typeface="Arial"/>
                <a:cs typeface="Arial"/>
                <a:sym typeface="Arial"/>
              </a:rPr>
              <a:t>Batting contributions plus keeping impact.</a:t>
            </a:r>
            <a:endParaRPr b="0" i="0" sz="1599" u="none" cap="none" strike="noStrike">
              <a:solidFill>
                <a:srgbClr val="000000"/>
              </a:solidFill>
              <a:latin typeface="Arial"/>
              <a:ea typeface="Arial"/>
              <a:cs typeface="Arial"/>
              <a:sym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9" name="Shape 239"/>
        <p:cNvGrpSpPr/>
        <p:nvPr/>
      </p:nvGrpSpPr>
      <p:grpSpPr>
        <a:xfrm>
          <a:off x="0" y="0"/>
          <a:ext cx="0" cy="0"/>
          <a:chOff x="0" y="0"/>
          <a:chExt cx="0" cy="0"/>
        </a:xfrm>
      </p:grpSpPr>
      <p:sp>
        <p:nvSpPr>
          <p:cNvPr id="240" name="Google Shape;240;p12"/>
          <p:cNvSpPr txBox="1"/>
          <p:nvPr>
            <p:ph idx="1" type="body"/>
          </p:nvPr>
        </p:nvSpPr>
        <p:spPr>
          <a:xfrm>
            <a:off x="1126884" y="548680"/>
            <a:ext cx="9255382" cy="6044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lt1"/>
              </a:buClr>
              <a:buSzPts val="2900"/>
              <a:buNone/>
            </a:pPr>
            <a:r>
              <a:rPr lang="en-IN" sz="2000"/>
              <a:t>Approach: Consistency &amp; Methodology</a:t>
            </a:r>
            <a:endParaRPr/>
          </a:p>
        </p:txBody>
      </p:sp>
      <p:sp>
        <p:nvSpPr>
          <p:cNvPr id="241" name="Google Shape;241;p12"/>
          <p:cNvSpPr/>
          <p:nvPr/>
        </p:nvSpPr>
        <p:spPr>
          <a:xfrm>
            <a:off x="812908" y="1845734"/>
            <a:ext cx="5237710" cy="4161873"/>
          </a:xfrm>
          <a:prstGeom prst="roundRect">
            <a:avLst>
              <a:gd fmla="val 3333" name="adj"/>
            </a:avLst>
          </a:prstGeom>
          <a:solidFill>
            <a:srgbClr val="F9D6E2"/>
          </a:solidFill>
          <a:ln cap="flat" cmpd="sng" w="12700">
            <a:solidFill>
              <a:srgbClr val="F9D6E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65" u="none" cap="none" strike="noStrike">
              <a:solidFill>
                <a:srgbClr val="000000"/>
              </a:solidFill>
              <a:latin typeface="Arial"/>
              <a:ea typeface="Arial"/>
              <a:cs typeface="Arial"/>
              <a:sym typeface="Arial"/>
            </a:endParaRPr>
          </a:p>
        </p:txBody>
      </p:sp>
      <p:sp>
        <p:nvSpPr>
          <p:cNvPr id="242" name="Google Shape;242;p12"/>
          <p:cNvSpPr/>
          <p:nvPr/>
        </p:nvSpPr>
        <p:spPr>
          <a:xfrm>
            <a:off x="1056522" y="2089349"/>
            <a:ext cx="487229" cy="487229"/>
          </a:xfrm>
          <a:prstGeom prst="ellipse">
            <a:avLst/>
          </a:prstGeom>
          <a:solidFill>
            <a:srgbClr val="C2175B"/>
          </a:solidFill>
          <a:ln cap="flat" cmpd="sng" w="12700">
            <a:solidFill>
              <a:srgbClr val="C2175B"/>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65" u="none" cap="none" strike="noStrike">
              <a:solidFill>
                <a:srgbClr val="000000"/>
              </a:solidFill>
              <a:latin typeface="Arial"/>
              <a:ea typeface="Arial"/>
              <a:cs typeface="Arial"/>
              <a:sym typeface="Arial"/>
            </a:endParaRPr>
          </a:p>
        </p:txBody>
      </p:sp>
      <p:sp>
        <p:nvSpPr>
          <p:cNvPr id="243" name="Google Shape;243;p12"/>
          <p:cNvSpPr/>
          <p:nvPr/>
        </p:nvSpPr>
        <p:spPr>
          <a:xfrm>
            <a:off x="1665558" y="2028446"/>
            <a:ext cx="4385060" cy="487229"/>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rPr b="1" i="0" lang="en-IN" sz="2131" u="none" cap="none" strike="noStrike">
                <a:solidFill>
                  <a:srgbClr val="002B5B"/>
                </a:solidFill>
                <a:latin typeface="Arial"/>
                <a:ea typeface="Arial"/>
                <a:cs typeface="Arial"/>
                <a:sym typeface="Arial"/>
              </a:rPr>
              <a:t>Multi‑Format &amp; Progression</a:t>
            </a:r>
            <a:endParaRPr/>
          </a:p>
        </p:txBody>
      </p:sp>
      <p:sp>
        <p:nvSpPr>
          <p:cNvPr id="244" name="Google Shape;244;p12"/>
          <p:cNvSpPr/>
          <p:nvPr/>
        </p:nvSpPr>
        <p:spPr>
          <a:xfrm>
            <a:off x="1665558" y="2515674"/>
            <a:ext cx="4385060" cy="3309054"/>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IN" sz="1600" u="none" cap="none" strike="noStrike">
                <a:solidFill>
                  <a:srgbClr val="253858"/>
                </a:solidFill>
                <a:latin typeface="Arial"/>
                <a:ea typeface="Arial"/>
                <a:cs typeface="Arial"/>
                <a:sym typeface="Arial"/>
              </a:rPr>
              <a:t>• Evaluate performance across formats (List A vs T20).</a:t>
            </a:r>
            <a:br>
              <a:rPr b="0" i="0" lang="en-IN" sz="1600" u="none" cap="none" strike="noStrike">
                <a:solidFill>
                  <a:srgbClr val="253858"/>
                </a:solidFill>
                <a:latin typeface="Arial"/>
                <a:ea typeface="Arial"/>
                <a:cs typeface="Arial"/>
                <a:sym typeface="Arial"/>
              </a:rPr>
            </a:br>
            <a:r>
              <a:rPr b="0" i="0" lang="en-IN" sz="1600" u="none" cap="none" strike="noStrike">
                <a:solidFill>
                  <a:srgbClr val="253858"/>
                </a:solidFill>
                <a:latin typeface="Arial"/>
                <a:ea typeface="Arial"/>
                <a:cs typeface="Arial"/>
                <a:sym typeface="Arial"/>
              </a:rPr>
              <a:t>• Track progression over time: improving, plateauing or declining.</a:t>
            </a:r>
            <a:br>
              <a:rPr b="0" i="0" lang="en-IN" sz="1600" u="none" cap="none" strike="noStrike">
                <a:solidFill>
                  <a:srgbClr val="253858"/>
                </a:solidFill>
                <a:latin typeface="Arial"/>
                <a:ea typeface="Arial"/>
                <a:cs typeface="Arial"/>
                <a:sym typeface="Arial"/>
              </a:rPr>
            </a:br>
            <a:r>
              <a:rPr b="0" i="0" lang="en-IN" sz="1600" u="none" cap="none" strike="noStrike">
                <a:solidFill>
                  <a:srgbClr val="253858"/>
                </a:solidFill>
                <a:latin typeface="Arial"/>
                <a:ea typeface="Arial"/>
                <a:cs typeface="Arial"/>
                <a:sym typeface="Arial"/>
              </a:rPr>
              <a:t>• Check consistency under various conditions (opposition, venues, phases).</a:t>
            </a:r>
            <a:endParaRPr b="0" i="0" sz="1600" u="none" cap="none" strike="noStrike">
              <a:solidFill>
                <a:srgbClr val="000000"/>
              </a:solidFill>
              <a:latin typeface="Arial"/>
              <a:ea typeface="Arial"/>
              <a:cs typeface="Arial"/>
              <a:sym typeface="Arial"/>
            </a:endParaRPr>
          </a:p>
        </p:txBody>
      </p:sp>
      <p:sp>
        <p:nvSpPr>
          <p:cNvPr id="245" name="Google Shape;245;p12"/>
          <p:cNvSpPr/>
          <p:nvPr/>
        </p:nvSpPr>
        <p:spPr>
          <a:xfrm>
            <a:off x="6416040" y="1845735"/>
            <a:ext cx="5237710" cy="4161872"/>
          </a:xfrm>
          <a:prstGeom prst="roundRect">
            <a:avLst>
              <a:gd fmla="val 3333" name="adj"/>
            </a:avLst>
          </a:prstGeom>
          <a:solidFill>
            <a:srgbClr val="F9D6E2"/>
          </a:solidFill>
          <a:ln cap="flat" cmpd="sng" w="12700">
            <a:solidFill>
              <a:srgbClr val="F9D6E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65" u="none" cap="none" strike="noStrike">
              <a:solidFill>
                <a:srgbClr val="000000"/>
              </a:solidFill>
              <a:latin typeface="Arial"/>
              <a:ea typeface="Arial"/>
              <a:cs typeface="Arial"/>
              <a:sym typeface="Arial"/>
            </a:endParaRPr>
          </a:p>
        </p:txBody>
      </p:sp>
      <p:sp>
        <p:nvSpPr>
          <p:cNvPr id="246" name="Google Shape;246;p12"/>
          <p:cNvSpPr/>
          <p:nvPr/>
        </p:nvSpPr>
        <p:spPr>
          <a:xfrm>
            <a:off x="6659654" y="2089349"/>
            <a:ext cx="487229" cy="487229"/>
          </a:xfrm>
          <a:prstGeom prst="ellipse">
            <a:avLst/>
          </a:prstGeom>
          <a:solidFill>
            <a:srgbClr val="C2175B"/>
          </a:solidFill>
          <a:ln cap="flat" cmpd="sng" w="12700">
            <a:solidFill>
              <a:srgbClr val="C2175B"/>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65" u="none" cap="none" strike="noStrike">
              <a:solidFill>
                <a:srgbClr val="000000"/>
              </a:solidFill>
              <a:latin typeface="Arial"/>
              <a:ea typeface="Arial"/>
              <a:cs typeface="Arial"/>
              <a:sym typeface="Arial"/>
            </a:endParaRPr>
          </a:p>
        </p:txBody>
      </p:sp>
      <p:sp>
        <p:nvSpPr>
          <p:cNvPr id="247" name="Google Shape;247;p12"/>
          <p:cNvSpPr/>
          <p:nvPr/>
        </p:nvSpPr>
        <p:spPr>
          <a:xfrm>
            <a:off x="7268690" y="2028446"/>
            <a:ext cx="4385060" cy="487229"/>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rPr b="1" i="0" lang="en-IN" sz="2131" u="none" cap="none" strike="noStrike">
                <a:solidFill>
                  <a:srgbClr val="002B5B"/>
                </a:solidFill>
                <a:latin typeface="Arial"/>
                <a:ea typeface="Arial"/>
                <a:cs typeface="Arial"/>
                <a:sym typeface="Arial"/>
              </a:rPr>
              <a:t>Clear Methodology</a:t>
            </a:r>
            <a:endParaRPr/>
          </a:p>
        </p:txBody>
      </p:sp>
      <p:sp>
        <p:nvSpPr>
          <p:cNvPr id="248" name="Google Shape;248;p12"/>
          <p:cNvSpPr/>
          <p:nvPr/>
        </p:nvSpPr>
        <p:spPr>
          <a:xfrm>
            <a:off x="7268690" y="2515674"/>
            <a:ext cx="4385060" cy="3309054"/>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IN" sz="1600" u="none" cap="none" strike="noStrike">
                <a:solidFill>
                  <a:srgbClr val="253858"/>
                </a:solidFill>
                <a:latin typeface="Arial"/>
                <a:ea typeface="Arial"/>
                <a:cs typeface="Arial"/>
                <a:sym typeface="Arial"/>
              </a:rPr>
              <a:t>• Explain your assumptions: role definitions, phases of play.</a:t>
            </a:r>
            <a:br>
              <a:rPr b="0" i="0" lang="en-IN" sz="1600" u="none" cap="none" strike="noStrike">
                <a:solidFill>
                  <a:srgbClr val="253858"/>
                </a:solidFill>
                <a:latin typeface="Arial"/>
                <a:ea typeface="Arial"/>
                <a:cs typeface="Arial"/>
                <a:sym typeface="Arial"/>
              </a:rPr>
            </a:br>
            <a:r>
              <a:rPr b="0" i="0" lang="en-IN" sz="1600" u="none" cap="none" strike="noStrike">
                <a:solidFill>
                  <a:srgbClr val="253858"/>
                </a:solidFill>
                <a:latin typeface="Arial"/>
                <a:ea typeface="Arial"/>
                <a:cs typeface="Arial"/>
                <a:sym typeface="Arial"/>
              </a:rPr>
              <a:t>• Connect metrics to real cricket scenarios.</a:t>
            </a:r>
            <a:br>
              <a:rPr b="0" i="0" lang="en-IN" sz="1600" u="none" cap="none" strike="noStrike">
                <a:solidFill>
                  <a:srgbClr val="253858"/>
                </a:solidFill>
                <a:latin typeface="Arial"/>
                <a:ea typeface="Arial"/>
                <a:cs typeface="Arial"/>
                <a:sym typeface="Arial"/>
              </a:rPr>
            </a:br>
            <a:r>
              <a:rPr b="0" i="0" lang="en-IN" sz="1600" u="none" cap="none" strike="noStrike">
                <a:solidFill>
                  <a:srgbClr val="253858"/>
                </a:solidFill>
                <a:latin typeface="Arial"/>
                <a:ea typeface="Arial"/>
                <a:cs typeface="Arial"/>
                <a:sym typeface="Arial"/>
              </a:rPr>
              <a:t>• Be explicit about models, weights and thresholds.</a:t>
            </a:r>
            <a:endParaRPr b="0" i="0" sz="1600" u="none" cap="none" strike="noStrike">
              <a:solidFill>
                <a:srgbClr val="000000"/>
              </a:solidFill>
              <a:latin typeface="Arial"/>
              <a:ea typeface="Arial"/>
              <a:cs typeface="Arial"/>
              <a:sym typeface="Arial"/>
            </a:endParaRPr>
          </a:p>
        </p:txBody>
      </p:sp>
      <p:pic>
        <p:nvPicPr>
          <p:cNvPr descr="preencoded.png" id="249" name="Google Shape;249;p12"/>
          <p:cNvPicPr preferRelativeResize="0"/>
          <p:nvPr/>
        </p:nvPicPr>
        <p:blipFill rotWithShape="1">
          <a:blip r:embed="rId3">
            <a:alphaModFix/>
          </a:blip>
          <a:srcRect b="0" l="0" r="0" t="0"/>
          <a:stretch/>
        </p:blipFill>
        <p:spPr>
          <a:xfrm>
            <a:off x="1132271" y="2165132"/>
            <a:ext cx="356616" cy="356616"/>
          </a:xfrm>
          <a:prstGeom prst="rect">
            <a:avLst/>
          </a:prstGeom>
          <a:noFill/>
          <a:ln>
            <a:noFill/>
          </a:ln>
        </p:spPr>
      </p:pic>
      <p:pic>
        <p:nvPicPr>
          <p:cNvPr descr="preencoded.png" id="250" name="Google Shape;250;p12"/>
          <p:cNvPicPr preferRelativeResize="0"/>
          <p:nvPr/>
        </p:nvPicPr>
        <p:blipFill rotWithShape="1">
          <a:blip r:embed="rId4">
            <a:alphaModFix/>
          </a:blip>
          <a:srcRect b="0" l="0" r="0" t="0"/>
          <a:stretch/>
        </p:blipFill>
        <p:spPr>
          <a:xfrm>
            <a:off x="6735403" y="2149914"/>
            <a:ext cx="356616" cy="356616"/>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4" name="Shape 254"/>
        <p:cNvGrpSpPr/>
        <p:nvPr/>
      </p:nvGrpSpPr>
      <p:grpSpPr>
        <a:xfrm>
          <a:off x="0" y="0"/>
          <a:ext cx="0" cy="0"/>
          <a:chOff x="0" y="0"/>
          <a:chExt cx="0" cy="0"/>
        </a:xfrm>
      </p:grpSpPr>
      <p:sp>
        <p:nvSpPr>
          <p:cNvPr id="255" name="Google Shape;255;p13"/>
          <p:cNvSpPr txBox="1"/>
          <p:nvPr>
            <p:ph idx="1" type="body"/>
          </p:nvPr>
        </p:nvSpPr>
        <p:spPr>
          <a:xfrm>
            <a:off x="1126884" y="548680"/>
            <a:ext cx="9255382" cy="6044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lt1"/>
              </a:buClr>
              <a:buSzPts val="2900"/>
              <a:buNone/>
            </a:pPr>
            <a:r>
              <a:rPr lang="en-IN" sz="2000"/>
              <a:t>Evaluation Criteria</a:t>
            </a:r>
            <a:endParaRPr/>
          </a:p>
        </p:txBody>
      </p:sp>
      <p:sp>
        <p:nvSpPr>
          <p:cNvPr id="256" name="Google Shape;256;p13"/>
          <p:cNvSpPr/>
          <p:nvPr/>
        </p:nvSpPr>
        <p:spPr>
          <a:xfrm>
            <a:off x="812908" y="1845735"/>
            <a:ext cx="5237710" cy="1827108"/>
          </a:xfrm>
          <a:prstGeom prst="roundRect">
            <a:avLst>
              <a:gd fmla="val 3333" name="adj"/>
            </a:avLst>
          </a:prstGeom>
          <a:solidFill>
            <a:srgbClr val="F9D6E2"/>
          </a:solidFill>
          <a:ln cap="flat" cmpd="sng" w="12700">
            <a:solidFill>
              <a:srgbClr val="F9D6E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65" u="none" cap="none" strike="noStrike">
              <a:solidFill>
                <a:srgbClr val="000000"/>
              </a:solidFill>
              <a:latin typeface="Arial"/>
              <a:ea typeface="Arial"/>
              <a:cs typeface="Arial"/>
              <a:sym typeface="Arial"/>
            </a:endParaRPr>
          </a:p>
        </p:txBody>
      </p:sp>
      <p:sp>
        <p:nvSpPr>
          <p:cNvPr id="257" name="Google Shape;257;p13"/>
          <p:cNvSpPr/>
          <p:nvPr/>
        </p:nvSpPr>
        <p:spPr>
          <a:xfrm>
            <a:off x="1056522" y="2089349"/>
            <a:ext cx="487229" cy="487229"/>
          </a:xfrm>
          <a:prstGeom prst="ellipse">
            <a:avLst/>
          </a:prstGeom>
          <a:solidFill>
            <a:srgbClr val="C2175B"/>
          </a:solidFill>
          <a:ln cap="flat" cmpd="sng" w="12700">
            <a:solidFill>
              <a:srgbClr val="C2175B"/>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65" u="none" cap="none" strike="noStrike">
              <a:solidFill>
                <a:srgbClr val="000000"/>
              </a:solidFill>
              <a:latin typeface="Arial"/>
              <a:ea typeface="Arial"/>
              <a:cs typeface="Arial"/>
              <a:sym typeface="Arial"/>
            </a:endParaRPr>
          </a:p>
        </p:txBody>
      </p:sp>
      <p:pic>
        <p:nvPicPr>
          <p:cNvPr descr="preencoded.png" id="258" name="Google Shape;258;p13"/>
          <p:cNvPicPr preferRelativeResize="0"/>
          <p:nvPr/>
        </p:nvPicPr>
        <p:blipFill rotWithShape="1">
          <a:blip r:embed="rId3">
            <a:alphaModFix/>
          </a:blip>
          <a:srcRect b="0" l="0" r="0" t="0"/>
          <a:stretch/>
        </p:blipFill>
        <p:spPr>
          <a:xfrm>
            <a:off x="1093064" y="2125891"/>
            <a:ext cx="414145" cy="414145"/>
          </a:xfrm>
          <a:prstGeom prst="rect">
            <a:avLst/>
          </a:prstGeom>
          <a:noFill/>
          <a:ln>
            <a:noFill/>
          </a:ln>
        </p:spPr>
      </p:pic>
      <p:sp>
        <p:nvSpPr>
          <p:cNvPr id="259" name="Google Shape;259;p13"/>
          <p:cNvSpPr/>
          <p:nvPr/>
        </p:nvSpPr>
        <p:spPr>
          <a:xfrm>
            <a:off x="1665558" y="2028446"/>
            <a:ext cx="4385060" cy="487229"/>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rPr b="1" i="0" lang="en-IN" sz="2400" u="none" cap="none" strike="noStrike">
                <a:solidFill>
                  <a:srgbClr val="002B5B"/>
                </a:solidFill>
                <a:latin typeface="Arial"/>
                <a:ea typeface="Arial"/>
                <a:cs typeface="Arial"/>
                <a:sym typeface="Arial"/>
              </a:rPr>
              <a:t>Innovation</a:t>
            </a:r>
            <a:endParaRPr b="0" i="0" sz="2400" u="none" cap="none" strike="noStrike">
              <a:solidFill>
                <a:srgbClr val="000000"/>
              </a:solidFill>
              <a:latin typeface="Arial"/>
              <a:ea typeface="Arial"/>
              <a:cs typeface="Arial"/>
              <a:sym typeface="Arial"/>
            </a:endParaRPr>
          </a:p>
        </p:txBody>
      </p:sp>
      <p:sp>
        <p:nvSpPr>
          <p:cNvPr id="260" name="Google Shape;260;p13"/>
          <p:cNvSpPr/>
          <p:nvPr/>
        </p:nvSpPr>
        <p:spPr>
          <a:xfrm>
            <a:off x="1665558" y="2515674"/>
            <a:ext cx="4385060" cy="974458"/>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IN" sz="1600" u="none" cap="none" strike="noStrike">
                <a:solidFill>
                  <a:srgbClr val="253858"/>
                </a:solidFill>
                <a:latin typeface="Arial"/>
                <a:ea typeface="Arial"/>
                <a:cs typeface="Arial"/>
                <a:sym typeface="Arial"/>
              </a:rPr>
              <a:t>Creative metrics and unique translations of raw data.</a:t>
            </a:r>
            <a:endParaRPr b="0" i="0" sz="1600" u="none" cap="none" strike="noStrike">
              <a:solidFill>
                <a:srgbClr val="000000"/>
              </a:solidFill>
              <a:latin typeface="Arial"/>
              <a:ea typeface="Arial"/>
              <a:cs typeface="Arial"/>
              <a:sym typeface="Arial"/>
            </a:endParaRPr>
          </a:p>
        </p:txBody>
      </p:sp>
      <p:sp>
        <p:nvSpPr>
          <p:cNvPr id="261" name="Google Shape;261;p13"/>
          <p:cNvSpPr/>
          <p:nvPr/>
        </p:nvSpPr>
        <p:spPr>
          <a:xfrm>
            <a:off x="6416040" y="1845735"/>
            <a:ext cx="5237710" cy="1827108"/>
          </a:xfrm>
          <a:prstGeom prst="roundRect">
            <a:avLst>
              <a:gd fmla="val 3333" name="adj"/>
            </a:avLst>
          </a:prstGeom>
          <a:solidFill>
            <a:srgbClr val="F9D6E2"/>
          </a:solidFill>
          <a:ln cap="flat" cmpd="sng" w="12700">
            <a:solidFill>
              <a:srgbClr val="F9D6E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65" u="none" cap="none" strike="noStrike">
              <a:solidFill>
                <a:srgbClr val="000000"/>
              </a:solidFill>
              <a:latin typeface="Arial"/>
              <a:ea typeface="Arial"/>
              <a:cs typeface="Arial"/>
              <a:sym typeface="Arial"/>
            </a:endParaRPr>
          </a:p>
        </p:txBody>
      </p:sp>
      <p:sp>
        <p:nvSpPr>
          <p:cNvPr id="262" name="Google Shape;262;p13"/>
          <p:cNvSpPr/>
          <p:nvPr/>
        </p:nvSpPr>
        <p:spPr>
          <a:xfrm>
            <a:off x="6659654" y="2089349"/>
            <a:ext cx="487229" cy="487229"/>
          </a:xfrm>
          <a:prstGeom prst="ellipse">
            <a:avLst/>
          </a:prstGeom>
          <a:solidFill>
            <a:srgbClr val="C2175B"/>
          </a:solidFill>
          <a:ln cap="flat" cmpd="sng" w="12700">
            <a:solidFill>
              <a:srgbClr val="C2175B"/>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65" u="none" cap="none" strike="noStrike">
              <a:solidFill>
                <a:srgbClr val="000000"/>
              </a:solidFill>
              <a:latin typeface="Arial"/>
              <a:ea typeface="Arial"/>
              <a:cs typeface="Arial"/>
              <a:sym typeface="Arial"/>
            </a:endParaRPr>
          </a:p>
        </p:txBody>
      </p:sp>
      <p:pic>
        <p:nvPicPr>
          <p:cNvPr descr="preencoded.png" id="263" name="Google Shape;263;p13"/>
          <p:cNvPicPr preferRelativeResize="0"/>
          <p:nvPr/>
        </p:nvPicPr>
        <p:blipFill rotWithShape="1">
          <a:blip r:embed="rId4">
            <a:alphaModFix/>
          </a:blip>
          <a:srcRect b="0" l="0" r="0" t="0"/>
          <a:stretch/>
        </p:blipFill>
        <p:spPr>
          <a:xfrm>
            <a:off x="6696196" y="2125891"/>
            <a:ext cx="414145" cy="414145"/>
          </a:xfrm>
          <a:prstGeom prst="rect">
            <a:avLst/>
          </a:prstGeom>
          <a:noFill/>
          <a:ln>
            <a:noFill/>
          </a:ln>
        </p:spPr>
      </p:pic>
      <p:sp>
        <p:nvSpPr>
          <p:cNvPr id="264" name="Google Shape;264;p13"/>
          <p:cNvSpPr/>
          <p:nvPr/>
        </p:nvSpPr>
        <p:spPr>
          <a:xfrm>
            <a:off x="7268690" y="2028446"/>
            <a:ext cx="4385060" cy="487229"/>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rPr b="1" i="0" lang="en-IN" sz="2131" u="none" cap="none" strike="noStrike">
                <a:solidFill>
                  <a:srgbClr val="002B5B"/>
                </a:solidFill>
                <a:latin typeface="Arial"/>
                <a:ea typeface="Arial"/>
                <a:cs typeface="Arial"/>
                <a:sym typeface="Arial"/>
              </a:rPr>
              <a:t>Cricket Intelligence</a:t>
            </a:r>
            <a:endParaRPr/>
          </a:p>
        </p:txBody>
      </p:sp>
      <p:sp>
        <p:nvSpPr>
          <p:cNvPr id="265" name="Google Shape;265;p13"/>
          <p:cNvSpPr/>
          <p:nvPr/>
        </p:nvSpPr>
        <p:spPr>
          <a:xfrm>
            <a:off x="7268690" y="2515674"/>
            <a:ext cx="4385060" cy="974458"/>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IN" sz="1600" u="none" cap="none" strike="noStrike">
                <a:solidFill>
                  <a:srgbClr val="253858"/>
                </a:solidFill>
                <a:latin typeface="Arial"/>
                <a:ea typeface="Arial"/>
                <a:cs typeface="Arial"/>
                <a:sym typeface="Arial"/>
              </a:rPr>
              <a:t>Real‑world cricket insight and believable rankings.</a:t>
            </a:r>
            <a:endParaRPr b="0" i="0" sz="1600" u="none" cap="none" strike="noStrike">
              <a:solidFill>
                <a:srgbClr val="000000"/>
              </a:solidFill>
              <a:latin typeface="Arial"/>
              <a:ea typeface="Arial"/>
              <a:cs typeface="Arial"/>
              <a:sym typeface="Arial"/>
            </a:endParaRPr>
          </a:p>
        </p:txBody>
      </p:sp>
      <p:sp>
        <p:nvSpPr>
          <p:cNvPr id="266" name="Google Shape;266;p13"/>
          <p:cNvSpPr/>
          <p:nvPr/>
        </p:nvSpPr>
        <p:spPr>
          <a:xfrm>
            <a:off x="812908" y="4038265"/>
            <a:ext cx="5237710" cy="1827108"/>
          </a:xfrm>
          <a:prstGeom prst="roundRect">
            <a:avLst>
              <a:gd fmla="val 3333" name="adj"/>
            </a:avLst>
          </a:prstGeom>
          <a:solidFill>
            <a:srgbClr val="F9D6E2"/>
          </a:solidFill>
          <a:ln cap="flat" cmpd="sng" w="12700">
            <a:solidFill>
              <a:srgbClr val="F9D6E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65" u="none" cap="none" strike="noStrike">
              <a:solidFill>
                <a:srgbClr val="000000"/>
              </a:solidFill>
              <a:latin typeface="Arial"/>
              <a:ea typeface="Arial"/>
              <a:cs typeface="Arial"/>
              <a:sym typeface="Arial"/>
            </a:endParaRPr>
          </a:p>
        </p:txBody>
      </p:sp>
      <p:sp>
        <p:nvSpPr>
          <p:cNvPr id="267" name="Google Shape;267;p13"/>
          <p:cNvSpPr/>
          <p:nvPr/>
        </p:nvSpPr>
        <p:spPr>
          <a:xfrm>
            <a:off x="1056522" y="4281879"/>
            <a:ext cx="487229" cy="487229"/>
          </a:xfrm>
          <a:prstGeom prst="ellipse">
            <a:avLst/>
          </a:prstGeom>
          <a:solidFill>
            <a:srgbClr val="C2175B"/>
          </a:solidFill>
          <a:ln cap="flat" cmpd="sng" w="12700">
            <a:solidFill>
              <a:srgbClr val="C2175B"/>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65" u="none" cap="none" strike="noStrike">
              <a:solidFill>
                <a:srgbClr val="000000"/>
              </a:solidFill>
              <a:latin typeface="Arial"/>
              <a:ea typeface="Arial"/>
              <a:cs typeface="Arial"/>
              <a:sym typeface="Arial"/>
            </a:endParaRPr>
          </a:p>
        </p:txBody>
      </p:sp>
      <p:pic>
        <p:nvPicPr>
          <p:cNvPr descr="preencoded.png" id="268" name="Google Shape;268;p13"/>
          <p:cNvPicPr preferRelativeResize="0"/>
          <p:nvPr/>
        </p:nvPicPr>
        <p:blipFill rotWithShape="1">
          <a:blip r:embed="rId5">
            <a:alphaModFix/>
          </a:blip>
          <a:srcRect b="0" l="0" r="0" t="0"/>
          <a:stretch/>
        </p:blipFill>
        <p:spPr>
          <a:xfrm>
            <a:off x="1093064" y="4318421"/>
            <a:ext cx="414145" cy="414145"/>
          </a:xfrm>
          <a:prstGeom prst="rect">
            <a:avLst/>
          </a:prstGeom>
          <a:noFill/>
          <a:ln>
            <a:noFill/>
          </a:ln>
        </p:spPr>
      </p:pic>
      <p:sp>
        <p:nvSpPr>
          <p:cNvPr id="269" name="Google Shape;269;p13"/>
          <p:cNvSpPr/>
          <p:nvPr/>
        </p:nvSpPr>
        <p:spPr>
          <a:xfrm>
            <a:off x="1665558" y="4220976"/>
            <a:ext cx="4385060" cy="487229"/>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rPr b="1" i="0" lang="en-IN" sz="2131" u="none" cap="none" strike="noStrike">
                <a:solidFill>
                  <a:srgbClr val="002B5B"/>
                </a:solidFill>
                <a:latin typeface="Arial"/>
                <a:ea typeface="Arial"/>
                <a:cs typeface="Arial"/>
                <a:sym typeface="Arial"/>
              </a:rPr>
              <a:t>Presentation</a:t>
            </a:r>
            <a:endParaRPr/>
          </a:p>
        </p:txBody>
      </p:sp>
      <p:sp>
        <p:nvSpPr>
          <p:cNvPr id="270" name="Google Shape;270;p13"/>
          <p:cNvSpPr/>
          <p:nvPr/>
        </p:nvSpPr>
        <p:spPr>
          <a:xfrm>
            <a:off x="1665558" y="4708204"/>
            <a:ext cx="4385060" cy="974458"/>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IN" sz="1600" u="none" cap="none" strike="noStrike">
                <a:solidFill>
                  <a:srgbClr val="253858"/>
                </a:solidFill>
                <a:latin typeface="Arial"/>
                <a:ea typeface="Arial"/>
                <a:cs typeface="Arial"/>
                <a:sym typeface="Arial"/>
              </a:rPr>
              <a:t>Clear storytelling, charts and tables with logical flow.</a:t>
            </a:r>
            <a:endParaRPr b="0" i="0" sz="1600" u="none" cap="none" strike="noStrike">
              <a:solidFill>
                <a:srgbClr val="000000"/>
              </a:solidFill>
              <a:latin typeface="Arial"/>
              <a:ea typeface="Arial"/>
              <a:cs typeface="Arial"/>
              <a:sym typeface="Arial"/>
            </a:endParaRPr>
          </a:p>
        </p:txBody>
      </p:sp>
      <p:sp>
        <p:nvSpPr>
          <p:cNvPr id="271" name="Google Shape;271;p13"/>
          <p:cNvSpPr/>
          <p:nvPr/>
        </p:nvSpPr>
        <p:spPr>
          <a:xfrm>
            <a:off x="6416040" y="4038265"/>
            <a:ext cx="5237710" cy="1827108"/>
          </a:xfrm>
          <a:prstGeom prst="roundRect">
            <a:avLst>
              <a:gd fmla="val 3333" name="adj"/>
            </a:avLst>
          </a:prstGeom>
          <a:solidFill>
            <a:srgbClr val="F9D6E2"/>
          </a:solidFill>
          <a:ln cap="flat" cmpd="sng" w="12700">
            <a:solidFill>
              <a:srgbClr val="F9D6E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65" u="none" cap="none" strike="noStrike">
              <a:solidFill>
                <a:srgbClr val="000000"/>
              </a:solidFill>
              <a:latin typeface="Arial"/>
              <a:ea typeface="Arial"/>
              <a:cs typeface="Arial"/>
              <a:sym typeface="Arial"/>
            </a:endParaRPr>
          </a:p>
        </p:txBody>
      </p:sp>
      <p:sp>
        <p:nvSpPr>
          <p:cNvPr id="272" name="Google Shape;272;p13"/>
          <p:cNvSpPr/>
          <p:nvPr/>
        </p:nvSpPr>
        <p:spPr>
          <a:xfrm>
            <a:off x="6659654" y="4281879"/>
            <a:ext cx="487229" cy="487229"/>
          </a:xfrm>
          <a:prstGeom prst="ellipse">
            <a:avLst/>
          </a:prstGeom>
          <a:solidFill>
            <a:srgbClr val="C2175B"/>
          </a:solidFill>
          <a:ln cap="flat" cmpd="sng" w="12700">
            <a:solidFill>
              <a:srgbClr val="C2175B"/>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65" u="none" cap="none" strike="noStrike">
              <a:solidFill>
                <a:srgbClr val="000000"/>
              </a:solidFill>
              <a:latin typeface="Arial"/>
              <a:ea typeface="Arial"/>
              <a:cs typeface="Arial"/>
              <a:sym typeface="Arial"/>
            </a:endParaRPr>
          </a:p>
        </p:txBody>
      </p:sp>
      <p:pic>
        <p:nvPicPr>
          <p:cNvPr descr="preencoded.png" id="273" name="Google Shape;273;p13"/>
          <p:cNvPicPr preferRelativeResize="0"/>
          <p:nvPr/>
        </p:nvPicPr>
        <p:blipFill rotWithShape="1">
          <a:blip r:embed="rId6">
            <a:alphaModFix/>
          </a:blip>
          <a:srcRect b="0" l="0" r="0" t="0"/>
          <a:stretch/>
        </p:blipFill>
        <p:spPr>
          <a:xfrm>
            <a:off x="6696196" y="4318421"/>
            <a:ext cx="414145" cy="414145"/>
          </a:xfrm>
          <a:prstGeom prst="rect">
            <a:avLst/>
          </a:prstGeom>
          <a:noFill/>
          <a:ln>
            <a:noFill/>
          </a:ln>
        </p:spPr>
      </p:pic>
      <p:sp>
        <p:nvSpPr>
          <p:cNvPr id="274" name="Google Shape;274;p13"/>
          <p:cNvSpPr/>
          <p:nvPr/>
        </p:nvSpPr>
        <p:spPr>
          <a:xfrm>
            <a:off x="7268690" y="4220976"/>
            <a:ext cx="4385060" cy="487229"/>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rPr b="1" i="0" lang="en-IN" sz="2131" u="none" cap="none" strike="noStrike">
                <a:solidFill>
                  <a:srgbClr val="002B5B"/>
                </a:solidFill>
                <a:latin typeface="Arial"/>
                <a:ea typeface="Arial"/>
                <a:cs typeface="Arial"/>
                <a:sym typeface="Arial"/>
              </a:rPr>
              <a:t>Use of Data Science</a:t>
            </a:r>
            <a:endParaRPr/>
          </a:p>
        </p:txBody>
      </p:sp>
      <p:sp>
        <p:nvSpPr>
          <p:cNvPr id="275" name="Google Shape;275;p13"/>
          <p:cNvSpPr/>
          <p:nvPr/>
        </p:nvSpPr>
        <p:spPr>
          <a:xfrm>
            <a:off x="7268690" y="4708204"/>
            <a:ext cx="4385060" cy="974458"/>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IN" sz="1600" u="none" cap="none" strike="noStrike">
                <a:solidFill>
                  <a:srgbClr val="253858"/>
                </a:solidFill>
                <a:latin typeface="Arial"/>
                <a:ea typeface="Arial"/>
                <a:cs typeface="Arial"/>
                <a:sym typeface="Arial"/>
              </a:rPr>
              <a:t>Data science techniques and ML models in carrying out your analysis.</a:t>
            </a:r>
            <a:endParaRPr b="0" i="0" sz="1600" u="none" cap="none" strike="noStrike">
              <a:solidFill>
                <a:srgbClr val="000000"/>
              </a:solidFill>
              <a:latin typeface="Arial"/>
              <a:ea typeface="Arial"/>
              <a:cs typeface="Arial"/>
              <a:sym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9" name="Shape 279"/>
        <p:cNvGrpSpPr/>
        <p:nvPr/>
      </p:nvGrpSpPr>
      <p:grpSpPr>
        <a:xfrm>
          <a:off x="0" y="0"/>
          <a:ext cx="0" cy="0"/>
          <a:chOff x="0" y="0"/>
          <a:chExt cx="0" cy="0"/>
        </a:xfrm>
      </p:grpSpPr>
      <p:sp>
        <p:nvSpPr>
          <p:cNvPr id="280" name="Google Shape;280;p14"/>
          <p:cNvSpPr txBox="1"/>
          <p:nvPr>
            <p:ph idx="1" type="body"/>
          </p:nvPr>
        </p:nvSpPr>
        <p:spPr>
          <a:xfrm>
            <a:off x="1126884" y="548680"/>
            <a:ext cx="9255382" cy="6044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lt1"/>
              </a:buClr>
              <a:buSzPts val="2900"/>
              <a:buNone/>
            </a:pPr>
            <a:r>
              <a:rPr lang="en-IN" sz="2000"/>
              <a:t>Submission Deliverables - Top 40 Players &amp; Methodology</a:t>
            </a:r>
            <a:endParaRPr/>
          </a:p>
        </p:txBody>
      </p:sp>
      <p:sp>
        <p:nvSpPr>
          <p:cNvPr id="281" name="Google Shape;281;p14"/>
          <p:cNvSpPr/>
          <p:nvPr/>
        </p:nvSpPr>
        <p:spPr>
          <a:xfrm>
            <a:off x="669684" y="2502630"/>
            <a:ext cx="365760" cy="365760"/>
          </a:xfrm>
          <a:prstGeom prst="ellipse">
            <a:avLst/>
          </a:prstGeom>
          <a:solidFill>
            <a:srgbClr val="C2175B"/>
          </a:solidFill>
          <a:ln cap="flat" cmpd="sng" w="12700">
            <a:solidFill>
              <a:srgbClr val="C2175B"/>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600" u="none" cap="none" strike="noStrike">
              <a:solidFill>
                <a:srgbClr val="000000"/>
              </a:solidFill>
              <a:latin typeface="Arial"/>
              <a:ea typeface="Arial"/>
              <a:cs typeface="Arial"/>
              <a:sym typeface="Arial"/>
            </a:endParaRPr>
          </a:p>
        </p:txBody>
      </p:sp>
      <p:pic>
        <p:nvPicPr>
          <p:cNvPr descr="preencoded.png" id="282" name="Google Shape;282;p14"/>
          <p:cNvPicPr preferRelativeResize="0"/>
          <p:nvPr/>
        </p:nvPicPr>
        <p:blipFill rotWithShape="1">
          <a:blip r:embed="rId3">
            <a:alphaModFix/>
          </a:blip>
          <a:srcRect b="0" l="0" r="0" t="0"/>
          <a:stretch/>
        </p:blipFill>
        <p:spPr>
          <a:xfrm>
            <a:off x="697116" y="2530062"/>
            <a:ext cx="310896" cy="310896"/>
          </a:xfrm>
          <a:prstGeom prst="rect">
            <a:avLst/>
          </a:prstGeom>
          <a:noFill/>
          <a:ln>
            <a:noFill/>
          </a:ln>
        </p:spPr>
      </p:pic>
      <p:sp>
        <p:nvSpPr>
          <p:cNvPr id="283" name="Google Shape;283;p14"/>
          <p:cNvSpPr/>
          <p:nvPr/>
        </p:nvSpPr>
        <p:spPr>
          <a:xfrm>
            <a:off x="1126883" y="2411190"/>
            <a:ext cx="10395433" cy="73152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1" i="0" lang="en-IN" sz="1800" u="none" cap="none" strike="noStrike">
                <a:solidFill>
                  <a:srgbClr val="002B5B"/>
                </a:solidFill>
                <a:latin typeface="Arial"/>
                <a:ea typeface="Arial"/>
                <a:cs typeface="Arial"/>
                <a:sym typeface="Arial"/>
              </a:rPr>
              <a:t>Ranked List</a:t>
            </a:r>
            <a:br>
              <a:rPr b="1" i="0" lang="en-IN" sz="1800" u="none" cap="none" strike="noStrike">
                <a:solidFill>
                  <a:srgbClr val="002B5B"/>
                </a:solidFill>
                <a:latin typeface="Arial"/>
                <a:ea typeface="Arial"/>
                <a:cs typeface="Arial"/>
                <a:sym typeface="Arial"/>
              </a:rPr>
            </a:br>
            <a:r>
              <a:rPr b="0" i="0" lang="en-IN" sz="1400" u="none" cap="none" strike="noStrike">
                <a:solidFill>
                  <a:srgbClr val="253858"/>
                </a:solidFill>
                <a:latin typeface="Arial"/>
                <a:ea typeface="Arial"/>
                <a:cs typeface="Arial"/>
                <a:sym typeface="Arial"/>
              </a:rPr>
              <a:t>Provide your final ranking of the Top 40 Indian uncapped players with a brief reasoning for each including when you think they’ll turn capped.</a:t>
            </a:r>
            <a:endParaRPr b="0" i="0" sz="1800" u="none" cap="none" strike="noStrike">
              <a:solidFill>
                <a:srgbClr val="000000"/>
              </a:solidFill>
              <a:latin typeface="Arial"/>
              <a:ea typeface="Arial"/>
              <a:cs typeface="Arial"/>
              <a:sym typeface="Arial"/>
            </a:endParaRPr>
          </a:p>
        </p:txBody>
      </p:sp>
      <p:sp>
        <p:nvSpPr>
          <p:cNvPr id="284" name="Google Shape;284;p14"/>
          <p:cNvSpPr/>
          <p:nvPr/>
        </p:nvSpPr>
        <p:spPr>
          <a:xfrm>
            <a:off x="669684" y="3410712"/>
            <a:ext cx="365760" cy="365760"/>
          </a:xfrm>
          <a:prstGeom prst="ellipse">
            <a:avLst/>
          </a:prstGeom>
          <a:solidFill>
            <a:srgbClr val="C2175B"/>
          </a:solidFill>
          <a:ln cap="flat" cmpd="sng" w="12700">
            <a:solidFill>
              <a:srgbClr val="C2175B"/>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600" u="none" cap="none" strike="noStrike">
              <a:solidFill>
                <a:srgbClr val="000000"/>
              </a:solidFill>
              <a:latin typeface="Arial"/>
              <a:ea typeface="Arial"/>
              <a:cs typeface="Arial"/>
              <a:sym typeface="Arial"/>
            </a:endParaRPr>
          </a:p>
        </p:txBody>
      </p:sp>
      <p:pic>
        <p:nvPicPr>
          <p:cNvPr descr="preencoded.png" id="285" name="Google Shape;285;p14"/>
          <p:cNvPicPr preferRelativeResize="0"/>
          <p:nvPr/>
        </p:nvPicPr>
        <p:blipFill rotWithShape="1">
          <a:blip r:embed="rId4">
            <a:alphaModFix/>
          </a:blip>
          <a:srcRect b="0" l="0" r="0" t="0"/>
          <a:stretch/>
        </p:blipFill>
        <p:spPr>
          <a:xfrm>
            <a:off x="697116" y="3438144"/>
            <a:ext cx="310896" cy="310896"/>
          </a:xfrm>
          <a:prstGeom prst="rect">
            <a:avLst/>
          </a:prstGeom>
          <a:noFill/>
          <a:ln>
            <a:noFill/>
          </a:ln>
        </p:spPr>
      </p:pic>
      <p:sp>
        <p:nvSpPr>
          <p:cNvPr id="286" name="Google Shape;286;p14"/>
          <p:cNvSpPr/>
          <p:nvPr/>
        </p:nvSpPr>
        <p:spPr>
          <a:xfrm>
            <a:off x="1126883" y="3319272"/>
            <a:ext cx="10395433" cy="73152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1" i="0" lang="en-IN" sz="1800" u="none" cap="none" strike="noStrike">
                <a:solidFill>
                  <a:srgbClr val="002B5B"/>
                </a:solidFill>
                <a:latin typeface="Arial"/>
                <a:ea typeface="Arial"/>
                <a:cs typeface="Arial"/>
                <a:sym typeface="Arial"/>
              </a:rPr>
              <a:t>Methodology &amp; Assumptions</a:t>
            </a:r>
            <a:br>
              <a:rPr b="1" i="0" lang="en-IN" sz="1800" u="none" cap="none" strike="noStrike">
                <a:solidFill>
                  <a:srgbClr val="002B5B"/>
                </a:solidFill>
                <a:latin typeface="Arial"/>
                <a:ea typeface="Arial"/>
                <a:cs typeface="Arial"/>
                <a:sym typeface="Arial"/>
              </a:rPr>
            </a:br>
            <a:r>
              <a:rPr b="0" i="0" lang="en-IN" sz="1400" u="none" cap="none" strike="noStrike">
                <a:solidFill>
                  <a:srgbClr val="253858"/>
                </a:solidFill>
                <a:latin typeface="Arial"/>
                <a:ea typeface="Arial"/>
                <a:cs typeface="Arial"/>
                <a:sym typeface="Arial"/>
              </a:rPr>
              <a:t>Describe data cleaning, feature engineering and definitions of key metrics.</a:t>
            </a:r>
            <a:endParaRPr b="0" i="0" sz="1800" u="none" cap="none" strike="noStrike">
              <a:solidFill>
                <a:srgbClr val="000000"/>
              </a:solidFill>
              <a:latin typeface="Arial"/>
              <a:ea typeface="Arial"/>
              <a:cs typeface="Arial"/>
              <a:sym typeface="Arial"/>
            </a:endParaRPr>
          </a:p>
        </p:txBody>
      </p:sp>
      <p:sp>
        <p:nvSpPr>
          <p:cNvPr id="287" name="Google Shape;287;p14"/>
          <p:cNvSpPr/>
          <p:nvPr/>
        </p:nvSpPr>
        <p:spPr>
          <a:xfrm>
            <a:off x="669684" y="4233672"/>
            <a:ext cx="365760" cy="365760"/>
          </a:xfrm>
          <a:prstGeom prst="ellipse">
            <a:avLst/>
          </a:prstGeom>
          <a:solidFill>
            <a:srgbClr val="C2175B"/>
          </a:solidFill>
          <a:ln cap="flat" cmpd="sng" w="12700">
            <a:solidFill>
              <a:srgbClr val="C2175B"/>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600" u="none" cap="none" strike="noStrike">
              <a:solidFill>
                <a:srgbClr val="000000"/>
              </a:solidFill>
              <a:latin typeface="Arial"/>
              <a:ea typeface="Arial"/>
              <a:cs typeface="Arial"/>
              <a:sym typeface="Arial"/>
            </a:endParaRPr>
          </a:p>
        </p:txBody>
      </p:sp>
      <p:pic>
        <p:nvPicPr>
          <p:cNvPr descr="preencoded.png" id="288" name="Google Shape;288;p14"/>
          <p:cNvPicPr preferRelativeResize="0"/>
          <p:nvPr/>
        </p:nvPicPr>
        <p:blipFill rotWithShape="1">
          <a:blip r:embed="rId5">
            <a:alphaModFix/>
          </a:blip>
          <a:srcRect b="0" l="0" r="0" t="0"/>
          <a:stretch/>
        </p:blipFill>
        <p:spPr>
          <a:xfrm>
            <a:off x="697116" y="4261104"/>
            <a:ext cx="310896" cy="310896"/>
          </a:xfrm>
          <a:prstGeom prst="rect">
            <a:avLst/>
          </a:prstGeom>
          <a:noFill/>
          <a:ln>
            <a:noFill/>
          </a:ln>
        </p:spPr>
      </p:pic>
      <p:sp>
        <p:nvSpPr>
          <p:cNvPr id="289" name="Google Shape;289;p14"/>
          <p:cNvSpPr/>
          <p:nvPr/>
        </p:nvSpPr>
        <p:spPr>
          <a:xfrm>
            <a:off x="1126883" y="4142232"/>
            <a:ext cx="10395433" cy="73152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1" i="0" lang="en-IN" sz="1800" u="none" cap="none" strike="noStrike">
                <a:solidFill>
                  <a:srgbClr val="002B5B"/>
                </a:solidFill>
                <a:latin typeface="Arial"/>
                <a:ea typeface="Arial"/>
                <a:cs typeface="Arial"/>
                <a:sym typeface="Arial"/>
              </a:rPr>
              <a:t>Supporting Analysis with Code Used</a:t>
            </a:r>
            <a:br>
              <a:rPr b="1" i="0" lang="en-IN" sz="1800" u="none" cap="none" strike="noStrike">
                <a:solidFill>
                  <a:srgbClr val="002B5B"/>
                </a:solidFill>
                <a:latin typeface="Arial"/>
                <a:ea typeface="Arial"/>
                <a:cs typeface="Arial"/>
                <a:sym typeface="Arial"/>
              </a:rPr>
            </a:br>
            <a:r>
              <a:rPr b="0" i="0" lang="en-IN" sz="1400" u="none" cap="none" strike="noStrike">
                <a:solidFill>
                  <a:srgbClr val="253858"/>
                </a:solidFill>
                <a:latin typeface="Arial"/>
                <a:ea typeface="Arial"/>
                <a:cs typeface="Arial"/>
                <a:sym typeface="Arial"/>
              </a:rPr>
              <a:t>Include charts, tables and visuals that highlight key insights. You must share any code associated with your analysis to evaluate your thought process in more detail (including any models built, any excel analysis, etc).</a:t>
            </a:r>
            <a:endParaRPr b="0" i="0" sz="1800" u="none" cap="none" strike="noStrike">
              <a:solidFill>
                <a:srgbClr val="000000"/>
              </a:solidFill>
              <a:latin typeface="Arial"/>
              <a:ea typeface="Arial"/>
              <a:cs typeface="Arial"/>
              <a:sym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3" name="Shape 293"/>
        <p:cNvGrpSpPr/>
        <p:nvPr/>
      </p:nvGrpSpPr>
      <p:grpSpPr>
        <a:xfrm>
          <a:off x="0" y="0"/>
          <a:ext cx="0" cy="0"/>
          <a:chOff x="0" y="0"/>
          <a:chExt cx="0" cy="0"/>
        </a:xfrm>
      </p:grpSpPr>
      <p:sp>
        <p:nvSpPr>
          <p:cNvPr id="294" name="Google Shape;294;p15"/>
          <p:cNvSpPr txBox="1"/>
          <p:nvPr>
            <p:ph idx="1" type="body"/>
          </p:nvPr>
        </p:nvSpPr>
        <p:spPr>
          <a:xfrm>
            <a:off x="1126884" y="548680"/>
            <a:ext cx="9255382" cy="6044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lt1"/>
              </a:buClr>
              <a:buSzPts val="2900"/>
              <a:buNone/>
            </a:pPr>
            <a:r>
              <a:rPr lang="en-IN" sz="2000"/>
              <a:t>Submission Deliverables - Validation &amp; Extras</a:t>
            </a:r>
            <a:endParaRPr/>
          </a:p>
        </p:txBody>
      </p:sp>
      <p:sp>
        <p:nvSpPr>
          <p:cNvPr id="295" name="Google Shape;295;p15"/>
          <p:cNvSpPr/>
          <p:nvPr/>
        </p:nvSpPr>
        <p:spPr>
          <a:xfrm>
            <a:off x="669684" y="2679192"/>
            <a:ext cx="365760" cy="365760"/>
          </a:xfrm>
          <a:prstGeom prst="ellipse">
            <a:avLst/>
          </a:prstGeom>
          <a:solidFill>
            <a:srgbClr val="C2175B"/>
          </a:solidFill>
          <a:ln cap="flat" cmpd="sng" w="12700">
            <a:solidFill>
              <a:srgbClr val="C2175B"/>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600" u="none" cap="none" strike="noStrike">
              <a:solidFill>
                <a:srgbClr val="000000"/>
              </a:solidFill>
              <a:latin typeface="Arial"/>
              <a:ea typeface="Arial"/>
              <a:cs typeface="Arial"/>
              <a:sym typeface="Arial"/>
            </a:endParaRPr>
          </a:p>
        </p:txBody>
      </p:sp>
      <p:pic>
        <p:nvPicPr>
          <p:cNvPr descr="preencoded.png" id="296" name="Google Shape;296;p15"/>
          <p:cNvPicPr preferRelativeResize="0"/>
          <p:nvPr/>
        </p:nvPicPr>
        <p:blipFill rotWithShape="1">
          <a:blip r:embed="rId3">
            <a:alphaModFix/>
          </a:blip>
          <a:srcRect b="0" l="0" r="0" t="0"/>
          <a:stretch/>
        </p:blipFill>
        <p:spPr>
          <a:xfrm>
            <a:off x="697116" y="2706624"/>
            <a:ext cx="310896" cy="310896"/>
          </a:xfrm>
          <a:prstGeom prst="rect">
            <a:avLst/>
          </a:prstGeom>
          <a:noFill/>
          <a:ln>
            <a:noFill/>
          </a:ln>
        </p:spPr>
      </p:pic>
      <p:sp>
        <p:nvSpPr>
          <p:cNvPr id="297" name="Google Shape;297;p15"/>
          <p:cNvSpPr/>
          <p:nvPr/>
        </p:nvSpPr>
        <p:spPr>
          <a:xfrm>
            <a:off x="1126884" y="2587752"/>
            <a:ext cx="7315200" cy="73152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1" i="0" lang="en-IN" sz="1800" u="none" cap="none" strike="noStrike">
                <a:solidFill>
                  <a:srgbClr val="002B5B"/>
                </a:solidFill>
                <a:latin typeface="Arial"/>
                <a:ea typeface="Arial"/>
                <a:cs typeface="Arial"/>
                <a:sym typeface="Arial"/>
              </a:rPr>
              <a:t>Validation &amp; Error Analysis</a:t>
            </a:r>
            <a:br>
              <a:rPr b="1" i="0" lang="en-IN" sz="1800" u="none" cap="none" strike="noStrike">
                <a:solidFill>
                  <a:srgbClr val="002B5B"/>
                </a:solidFill>
                <a:latin typeface="Arial"/>
                <a:ea typeface="Arial"/>
                <a:cs typeface="Arial"/>
                <a:sym typeface="Arial"/>
              </a:rPr>
            </a:br>
            <a:r>
              <a:rPr b="0" i="0" lang="en-IN" sz="1400" u="none" cap="none" strike="noStrike">
                <a:solidFill>
                  <a:srgbClr val="253858"/>
                </a:solidFill>
                <a:latin typeface="Arial"/>
                <a:ea typeface="Arial"/>
                <a:cs typeface="Arial"/>
                <a:sym typeface="Arial"/>
              </a:rPr>
              <a:t>Perform sanity checks against known players or benchmark cohorts.</a:t>
            </a:r>
            <a:endParaRPr b="0" i="0" sz="1800" u="none" cap="none" strike="noStrike">
              <a:solidFill>
                <a:srgbClr val="000000"/>
              </a:solidFill>
              <a:latin typeface="Arial"/>
              <a:ea typeface="Arial"/>
              <a:cs typeface="Arial"/>
              <a:sym typeface="Arial"/>
            </a:endParaRPr>
          </a:p>
        </p:txBody>
      </p:sp>
      <p:sp>
        <p:nvSpPr>
          <p:cNvPr id="298" name="Google Shape;298;p15"/>
          <p:cNvSpPr/>
          <p:nvPr/>
        </p:nvSpPr>
        <p:spPr>
          <a:xfrm>
            <a:off x="669684" y="3502152"/>
            <a:ext cx="365760" cy="365760"/>
          </a:xfrm>
          <a:prstGeom prst="ellipse">
            <a:avLst/>
          </a:prstGeom>
          <a:solidFill>
            <a:srgbClr val="C2175B"/>
          </a:solidFill>
          <a:ln cap="flat" cmpd="sng" w="12700">
            <a:solidFill>
              <a:srgbClr val="C2175B"/>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600" u="none" cap="none" strike="noStrike">
              <a:solidFill>
                <a:srgbClr val="000000"/>
              </a:solidFill>
              <a:latin typeface="Arial"/>
              <a:ea typeface="Arial"/>
              <a:cs typeface="Arial"/>
              <a:sym typeface="Arial"/>
            </a:endParaRPr>
          </a:p>
        </p:txBody>
      </p:sp>
      <p:pic>
        <p:nvPicPr>
          <p:cNvPr descr="preencoded.png" id="299" name="Google Shape;299;p15"/>
          <p:cNvPicPr preferRelativeResize="0"/>
          <p:nvPr/>
        </p:nvPicPr>
        <p:blipFill rotWithShape="1">
          <a:blip r:embed="rId4">
            <a:alphaModFix/>
          </a:blip>
          <a:srcRect b="0" l="0" r="0" t="0"/>
          <a:stretch/>
        </p:blipFill>
        <p:spPr>
          <a:xfrm>
            <a:off x="697116" y="3529584"/>
            <a:ext cx="310896" cy="310896"/>
          </a:xfrm>
          <a:prstGeom prst="rect">
            <a:avLst/>
          </a:prstGeom>
          <a:noFill/>
          <a:ln>
            <a:noFill/>
          </a:ln>
        </p:spPr>
      </p:pic>
      <p:sp>
        <p:nvSpPr>
          <p:cNvPr id="300" name="Google Shape;300;p15"/>
          <p:cNvSpPr/>
          <p:nvPr/>
        </p:nvSpPr>
        <p:spPr>
          <a:xfrm>
            <a:off x="1126884" y="3410712"/>
            <a:ext cx="7315200" cy="73152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1" i="0" lang="en-IN" sz="1800" u="none" cap="none" strike="noStrike">
                <a:solidFill>
                  <a:srgbClr val="002B5B"/>
                </a:solidFill>
                <a:latin typeface="Arial"/>
                <a:ea typeface="Arial"/>
                <a:cs typeface="Arial"/>
                <a:sym typeface="Arial"/>
              </a:rPr>
              <a:t>Sensitivity Checks</a:t>
            </a:r>
            <a:br>
              <a:rPr b="1" i="0" lang="en-IN" sz="1800" u="none" cap="none" strike="noStrike">
                <a:solidFill>
                  <a:srgbClr val="002B5B"/>
                </a:solidFill>
                <a:latin typeface="Arial"/>
                <a:ea typeface="Arial"/>
                <a:cs typeface="Arial"/>
                <a:sym typeface="Arial"/>
              </a:rPr>
            </a:br>
            <a:r>
              <a:rPr b="0" i="0" lang="en-IN" sz="1400" u="none" cap="none" strike="noStrike">
                <a:solidFill>
                  <a:srgbClr val="253858"/>
                </a:solidFill>
                <a:latin typeface="Arial"/>
                <a:ea typeface="Arial"/>
                <a:cs typeface="Arial"/>
                <a:sym typeface="Arial"/>
              </a:rPr>
              <a:t>Test different weightings and thresholds to understand robustness.</a:t>
            </a:r>
            <a:endParaRPr b="0" i="0" sz="1800" u="none" cap="none" strike="noStrike">
              <a:solidFill>
                <a:srgbClr val="000000"/>
              </a:solidFill>
              <a:latin typeface="Arial"/>
              <a:ea typeface="Arial"/>
              <a:cs typeface="Arial"/>
              <a:sym typeface="Arial"/>
            </a:endParaRPr>
          </a:p>
        </p:txBody>
      </p:sp>
      <p:sp>
        <p:nvSpPr>
          <p:cNvPr id="301" name="Google Shape;301;p15"/>
          <p:cNvSpPr/>
          <p:nvPr/>
        </p:nvSpPr>
        <p:spPr>
          <a:xfrm>
            <a:off x="669684" y="4325112"/>
            <a:ext cx="365760" cy="365760"/>
          </a:xfrm>
          <a:prstGeom prst="ellipse">
            <a:avLst/>
          </a:prstGeom>
          <a:solidFill>
            <a:srgbClr val="C2175B"/>
          </a:solidFill>
          <a:ln cap="flat" cmpd="sng" w="12700">
            <a:solidFill>
              <a:srgbClr val="C2175B"/>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600" u="none" cap="none" strike="noStrike">
              <a:solidFill>
                <a:srgbClr val="000000"/>
              </a:solidFill>
              <a:latin typeface="Arial"/>
              <a:ea typeface="Arial"/>
              <a:cs typeface="Arial"/>
              <a:sym typeface="Arial"/>
            </a:endParaRPr>
          </a:p>
        </p:txBody>
      </p:sp>
      <p:pic>
        <p:nvPicPr>
          <p:cNvPr descr="preencoded.png" id="302" name="Google Shape;302;p15"/>
          <p:cNvPicPr preferRelativeResize="0"/>
          <p:nvPr/>
        </p:nvPicPr>
        <p:blipFill rotWithShape="1">
          <a:blip r:embed="rId5">
            <a:alphaModFix/>
          </a:blip>
          <a:srcRect b="0" l="0" r="0" t="0"/>
          <a:stretch/>
        </p:blipFill>
        <p:spPr>
          <a:xfrm>
            <a:off x="697116" y="4352544"/>
            <a:ext cx="310896" cy="310896"/>
          </a:xfrm>
          <a:prstGeom prst="rect">
            <a:avLst/>
          </a:prstGeom>
          <a:noFill/>
          <a:ln>
            <a:noFill/>
          </a:ln>
        </p:spPr>
      </p:pic>
      <p:sp>
        <p:nvSpPr>
          <p:cNvPr id="303" name="Google Shape;303;p15"/>
          <p:cNvSpPr/>
          <p:nvPr/>
        </p:nvSpPr>
        <p:spPr>
          <a:xfrm>
            <a:off x="1126884" y="4233672"/>
            <a:ext cx="7315200" cy="73152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1" i="0" lang="en-IN" sz="1800" u="none" cap="none" strike="noStrike">
                <a:solidFill>
                  <a:srgbClr val="002B5B"/>
                </a:solidFill>
                <a:latin typeface="Arial"/>
                <a:ea typeface="Arial"/>
                <a:cs typeface="Arial"/>
                <a:sym typeface="Arial"/>
              </a:rPr>
              <a:t>Alternative Approaches</a:t>
            </a:r>
            <a:br>
              <a:rPr b="1" i="0" lang="en-IN" sz="1800" u="none" cap="none" strike="noStrike">
                <a:solidFill>
                  <a:srgbClr val="002B5B"/>
                </a:solidFill>
                <a:latin typeface="Arial"/>
                <a:ea typeface="Arial"/>
                <a:cs typeface="Arial"/>
                <a:sym typeface="Arial"/>
              </a:rPr>
            </a:br>
            <a:r>
              <a:rPr b="0" i="0" lang="en-IN" sz="1400" u="none" cap="none" strike="noStrike">
                <a:solidFill>
                  <a:srgbClr val="253858"/>
                </a:solidFill>
                <a:latin typeface="Arial"/>
                <a:ea typeface="Arial"/>
                <a:cs typeface="Arial"/>
                <a:sym typeface="Arial"/>
              </a:rPr>
              <a:t>Explore different models and explain why you chose your final one.</a:t>
            </a:r>
            <a:endParaRPr b="0" i="0" sz="1800" u="none" cap="none" strike="noStrike">
              <a:solidFill>
                <a:srgbClr val="000000"/>
              </a:solidFill>
              <a:latin typeface="Arial"/>
              <a:ea typeface="Arial"/>
              <a:cs typeface="Arial"/>
              <a:sym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7" name="Shape 307"/>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xmlns:r="http://schemas.openxmlformats.org/officeDocument/2006/relationships" name="RR PPT Template with images 2022">
  <a:themeElements>
    <a:clrScheme name="Custom 1">
      <a:dk1>
        <a:srgbClr val="221F1F"/>
      </a:dk1>
      <a:lt1>
        <a:srgbClr val="FFFFFF"/>
      </a:lt1>
      <a:dk2>
        <a:srgbClr val="5F5F5F"/>
      </a:dk2>
      <a:lt2>
        <a:srgbClr val="D7D7D7"/>
      </a:lt2>
      <a:accent1>
        <a:srgbClr val="E50695"/>
      </a:accent1>
      <a:accent2>
        <a:srgbClr val="1226AA"/>
      </a:accent2>
      <a:accent3>
        <a:srgbClr val="E96BB0"/>
      </a:accent3>
      <a:accent4>
        <a:srgbClr val="0075C9"/>
      </a:accent4>
      <a:accent5>
        <a:srgbClr val="F08BBF"/>
      </a:accent5>
      <a:accent6>
        <a:srgbClr val="008ED4"/>
      </a:accent6>
      <a:hlink>
        <a:srgbClr val="1226AA"/>
      </a:hlink>
      <a:folHlink>
        <a:srgbClr val="E50695"/>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2023-06-25T15:23:06Z</dcterms:created>
  <dc:creator>Siddhartha Mukherjee</dc:creator>
</cp:coreProperties>
</file>